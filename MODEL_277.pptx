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0" r:id="rId1"/>
  </p:sldMasterIdLst>
  <p:notesMasterIdLst>
    <p:notesMasterId r:id="rId2"/>
  </p:notesMasterIdLst>
  <p:handoutMasterIdLst>
    <p:handoutMasterId r:id="rId3"/>
  </p:handoutMasterIdLst>
  <p:sldSz cx="9971088" cy="7559675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6082"/>
    <a:srgbClr val="FEEAD9"/>
    <a:srgbClr val="FFCC99"/>
    <a:srgbClr val="F3D169"/>
    <a:srgbClr val="F1D068"/>
    <a:srgbClr val="CCCCFF"/>
    <a:srgbClr val="C7CB31"/>
    <a:srgbClr val="DCC200"/>
    <a:srgbClr val="DDE7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C80063-F1C1-2242-981B-8684E43D434F}" v="11" dt="2024-12-19T09:14:43.05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795"/>
  </p:normalViewPr>
  <p:slideViewPr>
    <p:cSldViewPr snapToGrid="0">
      <p:cViewPr varScale="1">
        <p:scale>
          <a:sx n="109" d="100"/>
          <a:sy n="109" d="100"/>
        </p:scale>
        <p:origin x="26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 varScale="1">
        <p:scale>
          <a:sx n="96" d="100"/>
          <a:sy n="96" d="100"/>
        </p:scale>
        <p:origin x="4328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CD45538E-6C0D-CE09-EA08-36CDA0F8588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CCA7AEB-89D8-3FC4-0264-28A563BCA5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712C64F-5975-2C93-6C22-AC1ABD21F64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F8A614-C5BD-134D-8A41-EA0CF5AC156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413990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93C276-27D0-4B4A-8D94-AB3EDC493795}" type="datetimeFigureOut">
              <a:rPr lang="fr-FR" smtClean="0"/>
              <a:t>09/02/2026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93825" y="1143000"/>
            <a:ext cx="40703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AB0E0E-88C8-D64F-A3D9-EB7ED490817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25029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DBEBBC-4A4A-6BD8-F214-9F923BD9CF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1"/>
            <a:ext cx="9971088" cy="7559675"/>
          </a:xfrm>
        </p:spPr>
        <p:txBody>
          <a:bodyPr anchor="ctr">
            <a:normAutofit/>
          </a:bodyPr>
          <a:lstStyle>
            <a:lvl1pPr algn="l">
              <a:defRPr lang="fr-FR" sz="1679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2184097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DBEBBC-4A4A-6BD8-F214-9F923BD9CF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1"/>
            <a:ext cx="9971088" cy="539827"/>
          </a:xfrm>
        </p:spPr>
        <p:txBody>
          <a:bodyPr anchor="ctr">
            <a:normAutofit/>
          </a:bodyPr>
          <a:lstStyle>
            <a:lvl1pPr algn="ctr">
              <a:defRPr lang="fr-FR" sz="2611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E65A67EF-6476-2EA1-D1FD-36DAC87774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" y="539827"/>
            <a:ext cx="9971088" cy="7019848"/>
          </a:xfrm>
          <a:noFill/>
          <a:ln>
            <a:solidFill>
              <a:schemeClr val="bg1">
                <a:lumMod val="95000"/>
              </a:schemeClr>
            </a:solidFill>
          </a:ln>
        </p:spPr>
        <p:txBody>
          <a:bodyPr anchor="ctr">
            <a:normAutofit/>
          </a:bodyPr>
          <a:lstStyle>
            <a:lvl1pPr marL="134294" indent="0" algn="l">
              <a:lnSpc>
                <a:spcPct val="100000"/>
              </a:lnSpc>
              <a:spcBef>
                <a:spcPts val="560"/>
              </a:spcBef>
              <a:spcAft>
                <a:spcPts val="560"/>
              </a:spcAft>
              <a:buFontTx/>
              <a:buNone/>
              <a:defRPr sz="1865" b="0">
                <a:solidFill>
                  <a:schemeClr val="tx1"/>
                </a:solidFill>
              </a:defRPr>
            </a:lvl1pPr>
            <a:lvl2pPr marL="823393" indent="-319789" algn="l">
              <a:lnSpc>
                <a:spcPct val="100000"/>
              </a:lnSpc>
              <a:spcBef>
                <a:spcPts val="0"/>
              </a:spcBef>
              <a:buFont typeface="Courier New" panose="02070309020205020404" pitchFamily="49" charset="0"/>
              <a:buChar char="o"/>
              <a:defRPr sz="1492" b="0">
                <a:solidFill>
                  <a:schemeClr val="tx1"/>
                </a:solidFill>
              </a:defRPr>
            </a:lvl2pPr>
            <a:lvl3pPr marL="722672" indent="-319789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  <a:defRPr sz="1865">
                <a:solidFill>
                  <a:schemeClr val="tx1"/>
                </a:solidFill>
              </a:defRPr>
            </a:lvl3pPr>
            <a:lvl4pPr marL="870232" indent="-235015" algn="l">
              <a:buFont typeface="Wingdings" pitchFamily="2" charset="2"/>
              <a:buChar char="Ø"/>
              <a:defRPr sz="1679">
                <a:solidFill>
                  <a:schemeClr val="tx1"/>
                </a:solidFill>
              </a:defRPr>
            </a:lvl4pPr>
            <a:lvl5pPr algn="ctr">
              <a:defRPr/>
            </a:lvl5pPr>
          </a:lstStyle>
          <a:p>
            <a:pPr lvl="0"/>
            <a:r>
              <a:rPr lang="fr-FR" dirty="0"/>
              <a:t>Niveau 0</a:t>
            </a:r>
          </a:p>
          <a:p>
            <a:pPr lvl="1"/>
            <a:r>
              <a:rPr lang="fr-FR" dirty="0"/>
              <a:t>Niveau 1</a:t>
            </a:r>
          </a:p>
          <a:p>
            <a:pPr lvl="1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826866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seul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ous-titre 2">
            <a:extLst>
              <a:ext uri="{FF2B5EF4-FFF2-40B4-BE49-F238E27FC236}">
                <a16:creationId xmlns:a16="http://schemas.microsoft.com/office/drawing/2014/main" id="{6F18D93F-4EE1-5F64-68B6-732F75746CA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144000" y="0"/>
            <a:ext cx="6827087" cy="331467"/>
          </a:xfrm>
          <a:solidFill>
            <a:schemeClr val="accent1"/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 marL="373939" indent="0" algn="ctr">
              <a:buNone/>
              <a:defRPr sz="1636"/>
            </a:lvl2pPr>
            <a:lvl3pPr marL="747879" indent="0" algn="ctr">
              <a:buNone/>
              <a:defRPr sz="1473"/>
            </a:lvl3pPr>
            <a:lvl4pPr marL="1121818" indent="0" algn="ctr">
              <a:buNone/>
              <a:defRPr sz="1308"/>
            </a:lvl4pPr>
            <a:lvl5pPr marL="1495758" indent="0" algn="ctr">
              <a:buNone/>
              <a:defRPr sz="1308"/>
            </a:lvl5pPr>
            <a:lvl6pPr marL="1869697" indent="0" algn="ctr">
              <a:buNone/>
              <a:defRPr sz="1308"/>
            </a:lvl6pPr>
            <a:lvl7pPr marL="2243636" indent="0" algn="ctr">
              <a:buNone/>
              <a:defRPr sz="1308"/>
            </a:lvl7pPr>
            <a:lvl8pPr marL="2617576" indent="0" algn="ctr">
              <a:buNone/>
              <a:defRPr sz="1308"/>
            </a:lvl8pPr>
            <a:lvl9pPr marL="2991515" indent="0" algn="ctr">
              <a:buNone/>
              <a:defRPr sz="1308"/>
            </a:lvl9pPr>
          </a:lstStyle>
          <a:p>
            <a:r>
              <a:rPr lang="fr-FR" dirty="0"/>
              <a:t>Les ascendants de Bernard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D9E978-1ECE-3500-9060-73BF7D6C6102}"/>
              </a:ext>
            </a:extLst>
          </p:cNvPr>
          <p:cNvSpPr/>
          <p:nvPr userDrawn="1"/>
        </p:nvSpPr>
        <p:spPr>
          <a:xfrm>
            <a:off x="0" y="0"/>
            <a:ext cx="3144000" cy="3314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14899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position personnalisé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0">
            <a:extLst>
              <a:ext uri="{FF2B5EF4-FFF2-40B4-BE49-F238E27FC236}">
                <a16:creationId xmlns:a16="http://schemas.microsoft.com/office/drawing/2014/main" id="{754EC313-3948-F281-597E-24720210ED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20000" y="0"/>
            <a:ext cx="7451088" cy="7559676"/>
          </a:xfrm>
          <a:solidFill>
            <a:schemeClr val="bg1">
              <a:lumMod val="95000"/>
            </a:schemeClr>
          </a:solidFill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u="none">
                <a:latin typeface="+mj-lt"/>
              </a:defRPr>
            </a:lvl1pPr>
            <a:lvl2pPr marL="67147" indent="0">
              <a:spcBef>
                <a:spcPts val="0"/>
              </a:spcBef>
              <a:buFontTx/>
              <a:buNone/>
              <a:defRPr sz="1119" u="none">
                <a:latin typeface="+mn-lt"/>
              </a:defRPr>
            </a:lvl2pPr>
            <a:lvl3pPr marL="134294" indent="0">
              <a:spcBef>
                <a:spcPts val="0"/>
              </a:spcBef>
              <a:buFontTx/>
              <a:buNone/>
              <a:defRPr sz="1119" u="none">
                <a:latin typeface="+mn-lt"/>
              </a:defRPr>
            </a:lvl3pPr>
            <a:lvl4pPr marL="201442" indent="0">
              <a:spcBef>
                <a:spcPts val="0"/>
              </a:spcBef>
              <a:buFontTx/>
              <a:buNone/>
              <a:defRPr sz="1119" u="none">
                <a:latin typeface="+mn-lt"/>
              </a:defRPr>
            </a:lvl4pPr>
            <a:lvl5pPr marL="268589" indent="0">
              <a:spcBef>
                <a:spcPts val="0"/>
              </a:spcBef>
              <a:buFontTx/>
              <a:buNone/>
              <a:defRPr sz="1119" u="none">
                <a:latin typeface="+mn-lt"/>
              </a:defRPr>
            </a:lvl5pPr>
            <a:lvl6pPr marL="335736" indent="0">
              <a:buFontTx/>
              <a:buNone/>
              <a:defRPr sz="1119" u="none"/>
            </a:lvl6pPr>
          </a:lstStyle>
          <a:p>
            <a:pPr lvl="0"/>
            <a:r>
              <a:rPr lang="fr-FR" dirty="0"/>
              <a:t>AAAAAAAAAAAAAAAAAAAAAAAAAAAAAAAAAAAAAAAAAAAAAAAAAAAAAAAAAAAAAAAAAAAAAAAAAAAAAAAAA</a:t>
            </a:r>
          </a:p>
          <a:p>
            <a:pPr lvl="0"/>
            <a:r>
              <a:rPr lang="fr-FR" dirty="0"/>
              <a:t>2</a:t>
            </a:r>
          </a:p>
          <a:p>
            <a:pPr lvl="0"/>
            <a:r>
              <a:rPr lang="fr-FR" dirty="0"/>
              <a:t>3</a:t>
            </a:r>
          </a:p>
          <a:p>
            <a:pPr lvl="0"/>
            <a:r>
              <a:rPr lang="fr-FR" dirty="0"/>
              <a:t>4</a:t>
            </a:r>
          </a:p>
          <a:p>
            <a:pPr lvl="0"/>
            <a:r>
              <a:rPr lang="fr-FR" dirty="0"/>
              <a:t>5</a:t>
            </a:r>
          </a:p>
          <a:p>
            <a:pPr lvl="0"/>
            <a:r>
              <a:rPr lang="fr-FR" dirty="0"/>
              <a:t>6</a:t>
            </a:r>
          </a:p>
          <a:p>
            <a:pPr lvl="0"/>
            <a:r>
              <a:rPr lang="fr-FR" dirty="0"/>
              <a:t>7</a:t>
            </a:r>
          </a:p>
          <a:p>
            <a:pPr lvl="0"/>
            <a:r>
              <a:rPr lang="fr-FR" dirty="0"/>
              <a:t>8</a:t>
            </a:r>
          </a:p>
          <a:p>
            <a:pPr lvl="0"/>
            <a:r>
              <a:rPr lang="fr-FR" dirty="0"/>
              <a:t>9</a:t>
            </a:r>
          </a:p>
          <a:p>
            <a:pPr lvl="0"/>
            <a:r>
              <a:rPr lang="fr-FR" dirty="0"/>
              <a:t>10</a:t>
            </a:r>
          </a:p>
          <a:p>
            <a:pPr lvl="0"/>
            <a:r>
              <a:rPr lang="fr-FR" dirty="0"/>
              <a:t>1</a:t>
            </a:r>
          </a:p>
          <a:p>
            <a:pPr lvl="0"/>
            <a:r>
              <a:rPr lang="fr-FR" dirty="0"/>
              <a:t>2</a:t>
            </a:r>
          </a:p>
          <a:p>
            <a:pPr lvl="0"/>
            <a:r>
              <a:rPr lang="fr-FR" dirty="0"/>
              <a:t>3</a:t>
            </a:r>
          </a:p>
          <a:p>
            <a:pPr lvl="0"/>
            <a:r>
              <a:rPr lang="fr-FR" dirty="0"/>
              <a:t>4</a:t>
            </a:r>
          </a:p>
          <a:p>
            <a:pPr lvl="0"/>
            <a:r>
              <a:rPr lang="fr-FR" dirty="0"/>
              <a:t>5</a:t>
            </a:r>
          </a:p>
          <a:p>
            <a:pPr lvl="0"/>
            <a:r>
              <a:rPr lang="fr-FR" dirty="0"/>
              <a:t>6</a:t>
            </a:r>
          </a:p>
          <a:p>
            <a:pPr lvl="0"/>
            <a:r>
              <a:rPr lang="fr-FR" dirty="0"/>
              <a:t>7</a:t>
            </a:r>
          </a:p>
          <a:p>
            <a:pPr lvl="0"/>
            <a:r>
              <a:rPr lang="fr-FR" dirty="0"/>
              <a:t>8</a:t>
            </a:r>
          </a:p>
          <a:p>
            <a:pPr lvl="0"/>
            <a:r>
              <a:rPr lang="fr-FR" dirty="0"/>
              <a:t>9</a:t>
            </a:r>
          </a:p>
          <a:p>
            <a:pPr lvl="0"/>
            <a:r>
              <a:rPr lang="fr-FR" dirty="0"/>
              <a:t>10</a:t>
            </a:r>
          </a:p>
          <a:p>
            <a:pPr lvl="0"/>
            <a:r>
              <a:rPr lang="fr-FR" dirty="0"/>
              <a:t>1</a:t>
            </a:r>
          </a:p>
          <a:p>
            <a:pPr lvl="0"/>
            <a:r>
              <a:rPr lang="fr-FR" dirty="0"/>
              <a:t>2</a:t>
            </a:r>
          </a:p>
          <a:p>
            <a:pPr lvl="0"/>
            <a:r>
              <a:rPr lang="fr-FR" dirty="0"/>
              <a:t>3</a:t>
            </a:r>
          </a:p>
          <a:p>
            <a:pPr lvl="0"/>
            <a:r>
              <a:rPr lang="fr-FR" dirty="0"/>
              <a:t>4</a:t>
            </a:r>
          </a:p>
          <a:p>
            <a:pPr lvl="0"/>
            <a:r>
              <a:rPr lang="fr-FR" dirty="0"/>
              <a:t>5</a:t>
            </a:r>
          </a:p>
          <a:p>
            <a:pPr lvl="0"/>
            <a:r>
              <a:rPr lang="fr-FR" dirty="0"/>
              <a:t>6</a:t>
            </a:r>
          </a:p>
          <a:p>
            <a:pPr lvl="0"/>
            <a:r>
              <a:rPr lang="fr-FR" dirty="0"/>
              <a:t>7</a:t>
            </a:r>
          </a:p>
          <a:p>
            <a:pPr lvl="0"/>
            <a:r>
              <a:rPr lang="fr-FR" dirty="0"/>
              <a:t>8</a:t>
            </a:r>
          </a:p>
          <a:p>
            <a:pPr lvl="0"/>
            <a:r>
              <a:rPr lang="fr-FR" dirty="0"/>
              <a:t>9</a:t>
            </a:r>
          </a:p>
          <a:p>
            <a:pPr lvl="0"/>
            <a:r>
              <a:rPr lang="fr-FR" dirty="0"/>
              <a:t>10</a:t>
            </a:r>
          </a:p>
          <a:p>
            <a:pPr lvl="0"/>
            <a:r>
              <a:rPr lang="fr-FR" dirty="0"/>
              <a:t>1</a:t>
            </a:r>
          </a:p>
          <a:p>
            <a:pPr lvl="0"/>
            <a:r>
              <a:rPr lang="fr-FR" dirty="0"/>
              <a:t>2</a:t>
            </a:r>
          </a:p>
          <a:p>
            <a:pPr lvl="0"/>
            <a:r>
              <a:rPr lang="fr-FR" dirty="0"/>
              <a:t>3</a:t>
            </a:r>
          </a:p>
          <a:p>
            <a:pPr lvl="0"/>
            <a:r>
              <a:rPr lang="fr-FR" dirty="0"/>
              <a:t>4</a:t>
            </a:r>
          </a:p>
          <a:p>
            <a:pPr lvl="0"/>
            <a:r>
              <a:rPr lang="fr-FR" dirty="0"/>
              <a:t>5</a:t>
            </a:r>
          </a:p>
          <a:p>
            <a:pPr lvl="0"/>
            <a:r>
              <a:rPr lang="fr-FR" dirty="0"/>
              <a:t>6</a:t>
            </a:r>
          </a:p>
          <a:p>
            <a:pPr lvl="0"/>
            <a:r>
              <a:rPr lang="fr-FR" dirty="0"/>
              <a:t>7</a:t>
            </a:r>
          </a:p>
          <a:p>
            <a:pPr lvl="0"/>
            <a:r>
              <a:rPr lang="fr-FR" dirty="0"/>
              <a:t>8</a:t>
            </a:r>
          </a:p>
          <a:p>
            <a:pPr lvl="0"/>
            <a:r>
              <a:rPr lang="fr-FR" dirty="0"/>
              <a:t>9</a:t>
            </a:r>
          </a:p>
          <a:p>
            <a:pPr lvl="0"/>
            <a:r>
              <a:rPr lang="fr-FR" dirty="0"/>
              <a:t>10</a:t>
            </a:r>
          </a:p>
          <a:p>
            <a:pPr lvl="0"/>
            <a:r>
              <a:rPr lang="fr-FR" dirty="0"/>
              <a:t>1</a:t>
            </a:r>
          </a:p>
          <a:p>
            <a:pPr lvl="0"/>
            <a:r>
              <a:rPr lang="fr-FR" dirty="0"/>
              <a:t>2</a:t>
            </a:r>
          </a:p>
          <a:p>
            <a:pPr lvl="0"/>
            <a:r>
              <a:rPr lang="fr-FR" dirty="0"/>
              <a:t>3</a:t>
            </a:r>
          </a:p>
          <a:p>
            <a:pPr lvl="0"/>
            <a:r>
              <a:rPr lang="fr-FR" dirty="0"/>
              <a:t>4</a:t>
            </a:r>
          </a:p>
          <a:p>
            <a:pPr lvl="0"/>
            <a:r>
              <a:rPr lang="fr-FR" dirty="0"/>
              <a:t>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2E7CA4-C6E1-83E7-D177-A33975949D3F}"/>
              </a:ext>
            </a:extLst>
          </p:cNvPr>
          <p:cNvSpPr/>
          <p:nvPr userDrawn="1"/>
        </p:nvSpPr>
        <p:spPr>
          <a:xfrm>
            <a:off x="0" y="0"/>
            <a:ext cx="2520000" cy="7559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79" dirty="0"/>
          </a:p>
        </p:txBody>
      </p:sp>
    </p:spTree>
    <p:extLst>
      <p:ext uri="{BB962C8B-B14F-4D97-AF65-F5344CB8AC3E}">
        <p14:creationId xmlns:p14="http://schemas.microsoft.com/office/powerpoint/2010/main" val="983103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position personnalisé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277AAA-79C8-4374-4694-2181243C36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144000" y="0"/>
            <a:ext cx="6827088" cy="319489"/>
          </a:xfr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lvl1pPr algn="r">
              <a:defRPr lang="fr-FR" sz="1800" b="1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algn="ctr" defTabSz="852769" rtl="0" eaLnBrk="1" latinLnBrk="0" hangingPunct="1"/>
            <a:r>
              <a:rPr lang="fr-FR" dirty="0"/>
              <a:t>Descendants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B92B98E-5AF2-0328-BB0A-D4BA9372C00F}"/>
              </a:ext>
            </a:extLst>
          </p:cNvPr>
          <p:cNvSpPr/>
          <p:nvPr userDrawn="1"/>
        </p:nvSpPr>
        <p:spPr>
          <a:xfrm>
            <a:off x="1" y="0"/>
            <a:ext cx="3144000" cy="330506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Autofit/>
          </a:bodyPr>
          <a:lstStyle/>
          <a:p>
            <a:pPr lvl="0" algn="ctr" defTabSz="852769">
              <a:lnSpc>
                <a:spcPct val="90000"/>
              </a:lnSpc>
              <a:spcBef>
                <a:spcPct val="0"/>
              </a:spcBef>
              <a:buNone/>
            </a:pPr>
            <a:endParaRPr lang="fr-FR" b="1">
              <a:solidFill>
                <a:schemeClr val="bg1"/>
              </a:solidFill>
            </a:endParaRPr>
          </a:p>
        </p:txBody>
      </p:sp>
      <p:sp>
        <p:nvSpPr>
          <p:cNvPr id="3" name="TextBox 3">
            <a:extLst>
              <a:ext uri="{FF2B5EF4-FFF2-40B4-BE49-F238E27FC236}">
                <a16:creationId xmlns:a16="http://schemas.microsoft.com/office/drawing/2014/main" id="{BB14AE0F-E63B-245A-F003-CC03CF2C1DD8}"/>
              </a:ext>
            </a:extLst>
          </p:cNvPr>
          <p:cNvSpPr txBox="1"/>
          <p:nvPr userDrawn="1"/>
        </p:nvSpPr>
        <p:spPr>
          <a:xfrm>
            <a:off x="0" y="319489"/>
            <a:ext cx="9972000" cy="7240511"/>
          </a:xfrm>
          <a:prstGeom prst="rect">
            <a:avLst/>
          </a:prstGeom>
          <a:solidFill>
            <a:srgbClr val="C5C5C5"/>
          </a:solidFill>
        </p:spPr>
        <p:txBody>
          <a:bodyPr wrap="square" lIns="18000" tIns="18000" rIns="18000" bIns="18000" anchor="ctr">
            <a:noAutofit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38755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DBEBBC-4A4A-6BD8-F214-9F923BD9CF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66286" y="0"/>
            <a:ext cx="7976329" cy="506777"/>
          </a:xfrm>
        </p:spPr>
        <p:txBody>
          <a:bodyPr anchor="ctr">
            <a:normAutofit/>
          </a:bodyPr>
          <a:lstStyle>
            <a:lvl1pPr algn="r">
              <a:defRPr lang="fr-FR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Nom de la personne, détails</a:t>
            </a:r>
          </a:p>
        </p:txBody>
      </p:sp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5D93B69B-C28E-1151-1D98-3B808EAF4B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506777"/>
            <a:ext cx="9820581" cy="506777"/>
          </a:xfrm>
          <a:solidFill>
            <a:schemeClr val="bg1">
              <a:lumMod val="6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560"/>
              </a:spcBef>
              <a:spcAft>
                <a:spcPts val="560"/>
              </a:spcAft>
              <a:buFontTx/>
              <a:buNone/>
              <a:defRPr sz="2400" b="1">
                <a:solidFill>
                  <a:schemeClr val="bg1"/>
                </a:solidFill>
              </a:defRPr>
            </a:lvl1pPr>
            <a:lvl2pPr marL="503604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65" b="0">
                <a:solidFill>
                  <a:schemeClr val="tx1"/>
                </a:solidFill>
              </a:defRPr>
            </a:lvl2pPr>
            <a:lvl3pPr marL="722672" indent="-319789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  <a:defRPr sz="1865">
                <a:solidFill>
                  <a:schemeClr val="tx1"/>
                </a:solidFill>
              </a:defRPr>
            </a:lvl3pPr>
            <a:lvl4pPr marL="870232" indent="-235015" algn="l">
              <a:buFont typeface="Wingdings" pitchFamily="2" charset="2"/>
              <a:buChar char="Ø"/>
              <a:defRPr sz="1679">
                <a:solidFill>
                  <a:schemeClr val="tx1"/>
                </a:solidFill>
              </a:defRPr>
            </a:lvl4pPr>
            <a:lvl5pPr algn="ctr">
              <a:defRPr/>
            </a:lvl5pPr>
          </a:lstStyle>
          <a:p>
            <a:pPr lvl="0"/>
            <a:r>
              <a:rPr lang="fr-FR" dirty="0"/>
              <a:t>Sujet</a:t>
            </a:r>
          </a:p>
        </p:txBody>
      </p:sp>
    </p:spTree>
    <p:extLst>
      <p:ext uri="{BB962C8B-B14F-4D97-AF65-F5344CB8AC3E}">
        <p14:creationId xmlns:p14="http://schemas.microsoft.com/office/powerpoint/2010/main" val="11368847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179859A-3EDD-21D3-7DC3-4764AB3F1B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512" y="7006700"/>
            <a:ext cx="2243495" cy="132469"/>
          </a:xfrm>
        </p:spPr>
        <p:txBody>
          <a:bodyPr/>
          <a:lstStyle>
            <a:lvl1pPr algn="r">
              <a:defRPr/>
            </a:lvl1pPr>
          </a:lstStyle>
          <a:p>
            <a:fld id="{1E351CED-465B-40B5-ADCE-957C918F227B}" type="datetimeFigureOut">
              <a:rPr lang="en-US" smtClean="0"/>
              <a:pPr/>
              <a:t>2/9/26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2F31C6A-E2AB-D280-2439-5FD685D13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302923" y="7006700"/>
            <a:ext cx="3365242" cy="132469"/>
          </a:xfrm>
        </p:spPr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E7B1A27-8E4B-AE79-0774-038ABB1D1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42081" y="7006700"/>
            <a:ext cx="2243495" cy="132469"/>
          </a:xfrm>
        </p:spPr>
        <p:txBody>
          <a:bodyPr/>
          <a:lstStyle>
            <a:lvl1pPr algn="r">
              <a:defRPr/>
            </a:lvl1pPr>
          </a:lstStyle>
          <a:p>
            <a:fld id="{5A33CB2A-1702-4C1D-9CC4-8D472D39F19E}" type="slidenum">
              <a:rPr lang="en-US" smtClean="0"/>
              <a:pPr/>
              <a:t>‹N°›</a:t>
            </a:fld>
            <a:endParaRPr lang="en-US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AF32A664-B2EC-5D3B-CC2C-55A6C796BBB1}"/>
              </a:ext>
            </a:extLst>
          </p:cNvPr>
          <p:cNvSpPr txBox="1">
            <a:spLocks/>
          </p:cNvSpPr>
          <p:nvPr userDrawn="1"/>
        </p:nvSpPr>
        <p:spPr>
          <a:xfrm>
            <a:off x="2359218" y="143515"/>
            <a:ext cx="6172847" cy="1461188"/>
          </a:xfrm>
          <a:prstGeom prst="rect">
            <a:avLst/>
          </a:prstGeom>
        </p:spPr>
        <p:txBody>
          <a:bodyPr vert="horz" lIns="85276" tIns="42638" rIns="85276" bIns="42638" rtlCol="0" anchor="ctr">
            <a:normAutofit/>
          </a:bodyPr>
          <a:lstStyle>
            <a:lvl1pPr algn="l" defTabSz="801929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59" kern="120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3730" dirty="0">
                <a:solidFill>
                  <a:schemeClr val="tx1"/>
                </a:solidFill>
                <a:latin typeface="Top Secret" panose="02000500000000000000" pitchFamily="2" charset="77"/>
              </a:rPr>
              <a:t>Les éditions du 57</a:t>
            </a:r>
            <a:endParaRPr lang="fr-FR" sz="3599" dirty="0">
              <a:solidFill>
                <a:schemeClr val="tx1"/>
              </a:solidFill>
            </a:endParaRPr>
          </a:p>
        </p:txBody>
      </p:sp>
      <p:pic>
        <p:nvPicPr>
          <p:cNvPr id="7" name="Image 6" descr="Une image contenant plein air, pot de fleurs, arbre, plante d’intérieur&#10;&#10;Description générée automatiquement">
            <a:extLst>
              <a:ext uri="{FF2B5EF4-FFF2-40B4-BE49-F238E27FC236}">
                <a16:creationId xmlns:a16="http://schemas.microsoft.com/office/drawing/2014/main" id="{93BF51C3-B537-D7F5-2D53-2A450FC667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17027" r="-2" b="28215"/>
          <a:stretch/>
        </p:blipFill>
        <p:spPr>
          <a:xfrm>
            <a:off x="1999073" y="1357484"/>
            <a:ext cx="6532993" cy="5114433"/>
          </a:xfrm>
          <a:custGeom>
            <a:avLst/>
            <a:gdLst/>
            <a:ahLst/>
            <a:cxnLst/>
            <a:rect l="l" t="t" r="r" b="b"/>
            <a:pathLst>
              <a:path w="8279548" h="6044817">
                <a:moveTo>
                  <a:pt x="8670" y="3353401"/>
                </a:moveTo>
                <a:lnTo>
                  <a:pt x="9145" y="3371492"/>
                </a:lnTo>
                <a:cubicBezTo>
                  <a:pt x="9699" y="3387565"/>
                  <a:pt x="10447" y="3405952"/>
                  <a:pt x="11359" y="3425479"/>
                </a:cubicBezTo>
                <a:lnTo>
                  <a:pt x="12840" y="3453616"/>
                </a:lnTo>
                <a:lnTo>
                  <a:pt x="10088" y="3453505"/>
                </a:lnTo>
                <a:cubicBezTo>
                  <a:pt x="-1786" y="3446192"/>
                  <a:pt x="-2668" y="3413238"/>
                  <a:pt x="4780" y="3369666"/>
                </a:cubicBezTo>
                <a:close/>
                <a:moveTo>
                  <a:pt x="8372" y="3312218"/>
                </a:moveTo>
                <a:cubicBezTo>
                  <a:pt x="8874" y="3309151"/>
                  <a:pt x="9584" y="3310642"/>
                  <a:pt x="10474" y="3315559"/>
                </a:cubicBezTo>
                <a:lnTo>
                  <a:pt x="13062" y="3335036"/>
                </a:lnTo>
                <a:lnTo>
                  <a:pt x="8670" y="3353401"/>
                </a:lnTo>
                <a:lnTo>
                  <a:pt x="8092" y="3331389"/>
                </a:lnTo>
                <a:cubicBezTo>
                  <a:pt x="7953" y="3321118"/>
                  <a:pt x="8037" y="3314336"/>
                  <a:pt x="8372" y="3312218"/>
                </a:cubicBezTo>
                <a:close/>
                <a:moveTo>
                  <a:pt x="7241326" y="1569777"/>
                </a:moveTo>
                <a:cubicBezTo>
                  <a:pt x="7223035" y="1582267"/>
                  <a:pt x="7204746" y="1594758"/>
                  <a:pt x="7186456" y="1607248"/>
                </a:cubicBezTo>
                <a:cubicBezTo>
                  <a:pt x="7196717" y="1604126"/>
                  <a:pt x="7207869" y="1601003"/>
                  <a:pt x="7218575" y="1597880"/>
                </a:cubicBezTo>
                <a:cubicBezTo>
                  <a:pt x="7227497" y="1590296"/>
                  <a:pt x="7236865" y="1583160"/>
                  <a:pt x="7245787" y="1575129"/>
                </a:cubicBezTo>
                <a:cubicBezTo>
                  <a:pt x="7244449" y="1573345"/>
                  <a:pt x="7242665" y="1571561"/>
                  <a:pt x="7241326" y="1569777"/>
                </a:cubicBezTo>
                <a:close/>
                <a:moveTo>
                  <a:pt x="6913001" y="943907"/>
                </a:moveTo>
                <a:cubicBezTo>
                  <a:pt x="6803262" y="1018851"/>
                  <a:pt x="6693523" y="1094241"/>
                  <a:pt x="6583784" y="1169185"/>
                </a:cubicBezTo>
                <a:cubicBezTo>
                  <a:pt x="6585569" y="1170969"/>
                  <a:pt x="6586907" y="1172754"/>
                  <a:pt x="6588692" y="1174538"/>
                </a:cubicBezTo>
                <a:cubicBezTo>
                  <a:pt x="6709136" y="1111193"/>
                  <a:pt x="6822890" y="1040710"/>
                  <a:pt x="6913001" y="943907"/>
                </a:cubicBezTo>
                <a:close/>
                <a:moveTo>
                  <a:pt x="7619780" y="253"/>
                </a:moveTo>
                <a:cubicBezTo>
                  <a:pt x="7623962" y="-472"/>
                  <a:pt x="7628088" y="197"/>
                  <a:pt x="7631657" y="4435"/>
                </a:cubicBezTo>
                <a:cubicBezTo>
                  <a:pt x="7637902" y="11572"/>
                  <a:pt x="7632550" y="20049"/>
                  <a:pt x="7628088" y="26294"/>
                </a:cubicBezTo>
                <a:cubicBezTo>
                  <a:pt x="7620059" y="37446"/>
                  <a:pt x="7612921" y="48152"/>
                  <a:pt x="7609799" y="61535"/>
                </a:cubicBezTo>
                <a:cubicBezTo>
                  <a:pt x="7607569" y="70457"/>
                  <a:pt x="7605337" y="80271"/>
                  <a:pt x="7611583" y="86962"/>
                </a:cubicBezTo>
                <a:cubicBezTo>
                  <a:pt x="7637456" y="115512"/>
                  <a:pt x="7618720" y="128895"/>
                  <a:pt x="7596416" y="144062"/>
                </a:cubicBezTo>
                <a:cubicBezTo>
                  <a:pt x="7565636" y="164583"/>
                  <a:pt x="7553591" y="194916"/>
                  <a:pt x="7560728" y="231050"/>
                </a:cubicBezTo>
                <a:cubicBezTo>
                  <a:pt x="7563405" y="245772"/>
                  <a:pt x="7561621" y="254693"/>
                  <a:pt x="7543330" y="254247"/>
                </a:cubicBezTo>
                <a:cubicBezTo>
                  <a:pt x="7536194" y="254247"/>
                  <a:pt x="7534409" y="259155"/>
                  <a:pt x="7531732" y="264507"/>
                </a:cubicBezTo>
                <a:cubicBezTo>
                  <a:pt x="7474633" y="390752"/>
                  <a:pt x="7392105" y="501383"/>
                  <a:pt x="7295303" y="603092"/>
                </a:cubicBezTo>
                <a:cubicBezTo>
                  <a:pt x="7216791" y="685620"/>
                  <a:pt x="7130248" y="760117"/>
                  <a:pt x="7040584" y="832385"/>
                </a:cubicBezTo>
                <a:cubicBezTo>
                  <a:pt x="7037908" y="834615"/>
                  <a:pt x="7035231" y="837291"/>
                  <a:pt x="7033892" y="841752"/>
                </a:cubicBezTo>
                <a:cubicBezTo>
                  <a:pt x="7076271" y="832831"/>
                  <a:pt x="7112851" y="814540"/>
                  <a:pt x="7148093" y="794021"/>
                </a:cubicBezTo>
                <a:cubicBezTo>
                  <a:pt x="7241772" y="739597"/>
                  <a:pt x="7320730" y="669114"/>
                  <a:pt x="7400581" y="599969"/>
                </a:cubicBezTo>
                <a:cubicBezTo>
                  <a:pt x="7449206" y="557591"/>
                  <a:pt x="7499167" y="516550"/>
                  <a:pt x="7552699" y="479079"/>
                </a:cubicBezTo>
                <a:cubicBezTo>
                  <a:pt x="7561621" y="472833"/>
                  <a:pt x="7567866" y="464803"/>
                  <a:pt x="7574111" y="456774"/>
                </a:cubicBezTo>
                <a:cubicBezTo>
                  <a:pt x="7577680" y="452313"/>
                  <a:pt x="7582140" y="448298"/>
                  <a:pt x="7589278" y="450083"/>
                </a:cubicBezTo>
                <a:cubicBezTo>
                  <a:pt x="7598201" y="452313"/>
                  <a:pt x="7599092" y="459004"/>
                  <a:pt x="7599985" y="465696"/>
                </a:cubicBezTo>
                <a:cubicBezTo>
                  <a:pt x="7602661" y="487108"/>
                  <a:pt x="7596862" y="506290"/>
                  <a:pt x="7585709" y="524580"/>
                </a:cubicBezTo>
                <a:cubicBezTo>
                  <a:pt x="7556713" y="571419"/>
                  <a:pt x="7513889" y="607553"/>
                  <a:pt x="7469725" y="641903"/>
                </a:cubicBezTo>
                <a:cubicBezTo>
                  <a:pt x="7412626" y="686066"/>
                  <a:pt x="7357310" y="732014"/>
                  <a:pt x="7306902" y="782422"/>
                </a:cubicBezTo>
                <a:cubicBezTo>
                  <a:pt x="7303333" y="785991"/>
                  <a:pt x="7296642" y="788221"/>
                  <a:pt x="7298872" y="798481"/>
                </a:cubicBezTo>
                <a:cubicBezTo>
                  <a:pt x="7330544" y="774838"/>
                  <a:pt x="7360433" y="751642"/>
                  <a:pt x="7390767" y="729336"/>
                </a:cubicBezTo>
                <a:cubicBezTo>
                  <a:pt x="7420655" y="707032"/>
                  <a:pt x="7450990" y="684727"/>
                  <a:pt x="7480878" y="662869"/>
                </a:cubicBezTo>
                <a:cubicBezTo>
                  <a:pt x="7488016" y="657516"/>
                  <a:pt x="7495599" y="649932"/>
                  <a:pt x="7505859" y="656624"/>
                </a:cubicBezTo>
                <a:cubicBezTo>
                  <a:pt x="7516565" y="663315"/>
                  <a:pt x="7515227" y="674467"/>
                  <a:pt x="7512550" y="683389"/>
                </a:cubicBezTo>
                <a:cubicBezTo>
                  <a:pt x="7504075" y="709708"/>
                  <a:pt x="7489353" y="732905"/>
                  <a:pt x="7469725" y="753426"/>
                </a:cubicBezTo>
                <a:cubicBezTo>
                  <a:pt x="7402812" y="821232"/>
                  <a:pt x="7325638" y="879670"/>
                  <a:pt x="7253816" y="943015"/>
                </a:cubicBezTo>
                <a:cubicBezTo>
                  <a:pt x="7215006" y="977365"/>
                  <a:pt x="7179319" y="1013945"/>
                  <a:pt x="7145415" y="1051862"/>
                </a:cubicBezTo>
                <a:cubicBezTo>
                  <a:pt x="7137832" y="1060338"/>
                  <a:pt x="7138279" y="1068368"/>
                  <a:pt x="7140509" y="1078182"/>
                </a:cubicBezTo>
                <a:cubicBezTo>
                  <a:pt x="7149430" y="1117885"/>
                  <a:pt x="7135602" y="1131267"/>
                  <a:pt x="7090992" y="1123684"/>
                </a:cubicBezTo>
                <a:cubicBezTo>
                  <a:pt x="7077164" y="1121452"/>
                  <a:pt x="7067796" y="1123684"/>
                  <a:pt x="7059320" y="1133051"/>
                </a:cubicBezTo>
                <a:cubicBezTo>
                  <a:pt x="6956718" y="1249035"/>
                  <a:pt x="6835381" y="1346730"/>
                  <a:pt x="6702891" y="1433718"/>
                </a:cubicBezTo>
                <a:cubicBezTo>
                  <a:pt x="6648914" y="1468959"/>
                  <a:pt x="6593152" y="1502417"/>
                  <a:pt x="6536499" y="1533643"/>
                </a:cubicBezTo>
                <a:cubicBezTo>
                  <a:pt x="6536499" y="1535873"/>
                  <a:pt x="6536499" y="1538551"/>
                  <a:pt x="6536499" y="1540781"/>
                </a:cubicBezTo>
                <a:cubicBezTo>
                  <a:pt x="6536945" y="1543903"/>
                  <a:pt x="6537391" y="1545687"/>
                  <a:pt x="6537836" y="1548365"/>
                </a:cubicBezTo>
                <a:cubicBezTo>
                  <a:pt x="6617688" y="1500186"/>
                  <a:pt x="6696646" y="1450670"/>
                  <a:pt x="6773821" y="1398477"/>
                </a:cubicBezTo>
                <a:cubicBezTo>
                  <a:pt x="6983038" y="1257066"/>
                  <a:pt x="7182888" y="1105393"/>
                  <a:pt x="7385860" y="957290"/>
                </a:cubicBezTo>
                <a:cubicBezTo>
                  <a:pt x="7454112" y="907327"/>
                  <a:pt x="7508089" y="843536"/>
                  <a:pt x="7569650" y="787329"/>
                </a:cubicBezTo>
                <a:cubicBezTo>
                  <a:pt x="7610691" y="749857"/>
                  <a:pt x="7649948" y="710601"/>
                  <a:pt x="7697679" y="679821"/>
                </a:cubicBezTo>
                <a:cubicBezTo>
                  <a:pt x="7717307" y="667330"/>
                  <a:pt x="7737827" y="656177"/>
                  <a:pt x="7764147" y="659300"/>
                </a:cubicBezTo>
                <a:cubicBezTo>
                  <a:pt x="7774407" y="660639"/>
                  <a:pt x="7786005" y="663315"/>
                  <a:pt x="7789574" y="674913"/>
                </a:cubicBezTo>
                <a:cubicBezTo>
                  <a:pt x="7792698" y="686512"/>
                  <a:pt x="7783329" y="691865"/>
                  <a:pt x="7774853" y="696771"/>
                </a:cubicBezTo>
                <a:cubicBezTo>
                  <a:pt x="7772623" y="698110"/>
                  <a:pt x="7770392" y="699895"/>
                  <a:pt x="7768162" y="699895"/>
                </a:cubicBezTo>
                <a:cubicBezTo>
                  <a:pt x="7725783" y="702571"/>
                  <a:pt x="7715969" y="736474"/>
                  <a:pt x="7695894" y="761010"/>
                </a:cubicBezTo>
                <a:cubicBezTo>
                  <a:pt x="7689649" y="768593"/>
                  <a:pt x="7689203" y="776177"/>
                  <a:pt x="7695894" y="785098"/>
                </a:cubicBezTo>
                <a:cubicBezTo>
                  <a:pt x="7707940" y="801157"/>
                  <a:pt x="7699463" y="808295"/>
                  <a:pt x="7683404" y="812756"/>
                </a:cubicBezTo>
                <a:cubicBezTo>
                  <a:pt x="7667345" y="817217"/>
                  <a:pt x="7649948" y="818555"/>
                  <a:pt x="7632550" y="828816"/>
                </a:cubicBezTo>
                <a:cubicBezTo>
                  <a:pt x="7660207" y="837291"/>
                  <a:pt x="7679389" y="828370"/>
                  <a:pt x="7697233" y="817217"/>
                </a:cubicBezTo>
                <a:cubicBezTo>
                  <a:pt x="7737382" y="792682"/>
                  <a:pt x="7763254" y="756548"/>
                  <a:pt x="7787790" y="719522"/>
                </a:cubicBezTo>
                <a:cubicBezTo>
                  <a:pt x="7792698" y="712385"/>
                  <a:pt x="7796712" y="704355"/>
                  <a:pt x="7803403" y="698556"/>
                </a:cubicBezTo>
                <a:cubicBezTo>
                  <a:pt x="7815894" y="686958"/>
                  <a:pt x="7829277" y="685620"/>
                  <a:pt x="7844443" y="699895"/>
                </a:cubicBezTo>
                <a:cubicBezTo>
                  <a:pt x="7864518" y="718631"/>
                  <a:pt x="7871655" y="717292"/>
                  <a:pt x="7878347" y="693204"/>
                </a:cubicBezTo>
                <a:cubicBezTo>
                  <a:pt x="7887269" y="660639"/>
                  <a:pt x="7907343" y="637888"/>
                  <a:pt x="7941692" y="625844"/>
                </a:cubicBezTo>
                <a:cubicBezTo>
                  <a:pt x="7948829" y="623166"/>
                  <a:pt x="7956413" y="619597"/>
                  <a:pt x="7963996" y="625397"/>
                </a:cubicBezTo>
                <a:cubicBezTo>
                  <a:pt x="7972026" y="632089"/>
                  <a:pt x="7966674" y="638779"/>
                  <a:pt x="7963551" y="645026"/>
                </a:cubicBezTo>
                <a:cubicBezTo>
                  <a:pt x="7959090" y="654840"/>
                  <a:pt x="7953737" y="664653"/>
                  <a:pt x="7949722" y="674913"/>
                </a:cubicBezTo>
                <a:cubicBezTo>
                  <a:pt x="7942584" y="691419"/>
                  <a:pt x="7941245" y="708817"/>
                  <a:pt x="7954628" y="724876"/>
                </a:cubicBezTo>
                <a:cubicBezTo>
                  <a:pt x="7964443" y="736474"/>
                  <a:pt x="7963551" y="744058"/>
                  <a:pt x="7950614" y="752087"/>
                </a:cubicBezTo>
                <a:cubicBezTo>
                  <a:pt x="7909127" y="777069"/>
                  <a:pt x="7882808" y="809634"/>
                  <a:pt x="7897083" y="860488"/>
                </a:cubicBezTo>
                <a:cubicBezTo>
                  <a:pt x="7899313" y="867626"/>
                  <a:pt x="7896636" y="874764"/>
                  <a:pt x="7888161" y="874317"/>
                </a:cubicBezTo>
                <a:cubicBezTo>
                  <a:pt x="7869425" y="872979"/>
                  <a:pt x="7866303" y="884578"/>
                  <a:pt x="7860949" y="896622"/>
                </a:cubicBezTo>
                <a:cubicBezTo>
                  <a:pt x="7808757" y="1012160"/>
                  <a:pt x="7733367" y="1112977"/>
                  <a:pt x="7646379" y="1207549"/>
                </a:cubicBezTo>
                <a:cubicBezTo>
                  <a:pt x="7560282" y="1301229"/>
                  <a:pt x="7463480" y="1385094"/>
                  <a:pt x="7360433" y="1465391"/>
                </a:cubicBezTo>
                <a:cubicBezTo>
                  <a:pt x="7389429" y="1462714"/>
                  <a:pt x="7426901" y="1446209"/>
                  <a:pt x="7463034" y="1427027"/>
                </a:cubicBezTo>
                <a:cubicBezTo>
                  <a:pt x="7558498" y="1375726"/>
                  <a:pt x="7637011" y="1306135"/>
                  <a:pt x="7716861" y="1237883"/>
                </a:cubicBezTo>
                <a:cubicBezTo>
                  <a:pt x="7772623" y="1190151"/>
                  <a:pt x="7827046" y="1141081"/>
                  <a:pt x="7889500" y="1100040"/>
                </a:cubicBezTo>
                <a:cubicBezTo>
                  <a:pt x="7896636" y="1095579"/>
                  <a:pt x="7901544" y="1089780"/>
                  <a:pt x="7905559" y="1082642"/>
                </a:cubicBezTo>
                <a:cubicBezTo>
                  <a:pt x="7909127" y="1076397"/>
                  <a:pt x="7914481" y="1070598"/>
                  <a:pt x="7923848" y="1073274"/>
                </a:cubicBezTo>
                <a:cubicBezTo>
                  <a:pt x="7933216" y="1076397"/>
                  <a:pt x="7934109" y="1084427"/>
                  <a:pt x="7934109" y="1091565"/>
                </a:cubicBezTo>
                <a:cubicBezTo>
                  <a:pt x="7932770" y="1118330"/>
                  <a:pt x="7925186" y="1142419"/>
                  <a:pt x="7908682" y="1163831"/>
                </a:cubicBezTo>
                <a:cubicBezTo>
                  <a:pt x="7876563" y="1206657"/>
                  <a:pt x="7833738" y="1240114"/>
                  <a:pt x="7790913" y="1273570"/>
                </a:cubicBezTo>
                <a:cubicBezTo>
                  <a:pt x="7731582" y="1319518"/>
                  <a:pt x="7676712" y="1369481"/>
                  <a:pt x="7627197" y="1425243"/>
                </a:cubicBezTo>
                <a:cubicBezTo>
                  <a:pt x="7662883" y="1398031"/>
                  <a:pt x="7698572" y="1370372"/>
                  <a:pt x="7734705" y="1343161"/>
                </a:cubicBezTo>
                <a:cubicBezTo>
                  <a:pt x="7761917" y="1322641"/>
                  <a:pt x="7790020" y="1303012"/>
                  <a:pt x="7817678" y="1282938"/>
                </a:cubicBezTo>
                <a:cubicBezTo>
                  <a:pt x="7824370" y="1278032"/>
                  <a:pt x="7831507" y="1272679"/>
                  <a:pt x="7840874" y="1279370"/>
                </a:cubicBezTo>
                <a:cubicBezTo>
                  <a:pt x="7849351" y="1285169"/>
                  <a:pt x="7848012" y="1293645"/>
                  <a:pt x="7846228" y="1301675"/>
                </a:cubicBezTo>
                <a:cubicBezTo>
                  <a:pt x="7839537" y="1333347"/>
                  <a:pt x="7820801" y="1358774"/>
                  <a:pt x="7797604" y="1381525"/>
                </a:cubicBezTo>
                <a:cubicBezTo>
                  <a:pt x="7769501" y="1408737"/>
                  <a:pt x="7740058" y="1434611"/>
                  <a:pt x="7709724" y="1460484"/>
                </a:cubicBezTo>
                <a:cubicBezTo>
                  <a:pt x="7742288" y="1453346"/>
                  <a:pt x="7774853" y="1446209"/>
                  <a:pt x="7807418" y="1440410"/>
                </a:cubicBezTo>
                <a:cubicBezTo>
                  <a:pt x="7792698" y="1492156"/>
                  <a:pt x="7758348" y="1502417"/>
                  <a:pt x="7727568" y="1510446"/>
                </a:cubicBezTo>
                <a:cubicBezTo>
                  <a:pt x="7686080" y="1520706"/>
                  <a:pt x="7646379" y="1533643"/>
                  <a:pt x="7607122" y="1548365"/>
                </a:cubicBezTo>
                <a:cubicBezTo>
                  <a:pt x="7590617" y="1563085"/>
                  <a:pt x="7574111" y="1577361"/>
                  <a:pt x="7558052" y="1592527"/>
                </a:cubicBezTo>
                <a:cubicBezTo>
                  <a:pt x="7541546" y="1608141"/>
                  <a:pt x="7525933" y="1623754"/>
                  <a:pt x="7510320" y="1640259"/>
                </a:cubicBezTo>
                <a:cubicBezTo>
                  <a:pt x="7499167" y="1652303"/>
                  <a:pt x="7485785" y="1662564"/>
                  <a:pt x="7498721" y="1683084"/>
                </a:cubicBezTo>
                <a:cubicBezTo>
                  <a:pt x="7504521" y="1692452"/>
                  <a:pt x="7466603" y="1743307"/>
                  <a:pt x="7454558" y="1746429"/>
                </a:cubicBezTo>
                <a:cubicBezTo>
                  <a:pt x="7452773" y="1746875"/>
                  <a:pt x="7450990" y="1747322"/>
                  <a:pt x="7449652" y="1747322"/>
                </a:cubicBezTo>
                <a:cubicBezTo>
                  <a:pt x="7423777" y="1745538"/>
                  <a:pt x="7417978" y="1760705"/>
                  <a:pt x="7417532" y="1779887"/>
                </a:cubicBezTo>
                <a:cubicBezTo>
                  <a:pt x="7417087" y="1798622"/>
                  <a:pt x="7421547" y="1821819"/>
                  <a:pt x="7386306" y="1812451"/>
                </a:cubicBezTo>
                <a:cubicBezTo>
                  <a:pt x="7382291" y="1811559"/>
                  <a:pt x="7381399" y="1814235"/>
                  <a:pt x="7379615" y="1817358"/>
                </a:cubicBezTo>
                <a:cubicBezTo>
                  <a:pt x="7341251" y="1897208"/>
                  <a:pt x="7276567" y="1958770"/>
                  <a:pt x="7212776" y="2020331"/>
                </a:cubicBezTo>
                <a:cubicBezTo>
                  <a:pt x="7209207" y="2023454"/>
                  <a:pt x="7205638" y="2026576"/>
                  <a:pt x="7202070" y="2029699"/>
                </a:cubicBezTo>
                <a:cubicBezTo>
                  <a:pt x="7268983" y="2014086"/>
                  <a:pt x="7489800" y="1994011"/>
                  <a:pt x="7554483" y="2000703"/>
                </a:cubicBezTo>
                <a:cubicBezTo>
                  <a:pt x="7612029" y="2006502"/>
                  <a:pt x="7937231" y="1909254"/>
                  <a:pt x="8004591" y="1851708"/>
                </a:cubicBezTo>
                <a:cubicBezTo>
                  <a:pt x="8013959" y="1896763"/>
                  <a:pt x="7993885" y="1914606"/>
                  <a:pt x="7977825" y="1935127"/>
                </a:cubicBezTo>
                <a:cubicBezTo>
                  <a:pt x="7955075" y="1964123"/>
                  <a:pt x="7951506" y="1984644"/>
                  <a:pt x="7994331" y="2007840"/>
                </a:cubicBezTo>
                <a:cubicBezTo>
                  <a:pt x="8117007" y="2073862"/>
                  <a:pt x="8115669" y="2076092"/>
                  <a:pt x="8000576" y="2165757"/>
                </a:cubicBezTo>
                <a:cubicBezTo>
                  <a:pt x="7995223" y="2169772"/>
                  <a:pt x="7997900" y="2182708"/>
                  <a:pt x="7996561" y="2191631"/>
                </a:cubicBezTo>
                <a:cubicBezTo>
                  <a:pt x="8026450" y="2205014"/>
                  <a:pt x="8061691" y="2170218"/>
                  <a:pt x="8097378" y="2207690"/>
                </a:cubicBezTo>
                <a:cubicBezTo>
                  <a:pt x="7943477" y="2372298"/>
                  <a:pt x="7709277" y="2528878"/>
                  <a:pt x="7496937" y="2652445"/>
                </a:cubicBezTo>
                <a:cubicBezTo>
                  <a:pt x="7668683" y="2693040"/>
                  <a:pt x="7771731" y="2550290"/>
                  <a:pt x="7897975" y="2568579"/>
                </a:cubicBezTo>
                <a:cubicBezTo>
                  <a:pt x="7960875" y="2613189"/>
                  <a:pt x="7773515" y="2685456"/>
                  <a:pt x="7952398" y="2706423"/>
                </a:cubicBezTo>
                <a:cubicBezTo>
                  <a:pt x="7874778" y="2745678"/>
                  <a:pt x="7817232" y="2784043"/>
                  <a:pt x="7763701" y="2829098"/>
                </a:cubicBezTo>
                <a:cubicBezTo>
                  <a:pt x="7668683" y="2909841"/>
                  <a:pt x="7649948" y="2963373"/>
                  <a:pt x="7693664" y="3071773"/>
                </a:cubicBezTo>
                <a:cubicBezTo>
                  <a:pt x="7722660" y="3143148"/>
                  <a:pt x="7764593" y="3208723"/>
                  <a:pt x="7727568" y="3293927"/>
                </a:cubicBezTo>
                <a:cubicBezTo>
                  <a:pt x="7702141" y="3352365"/>
                  <a:pt x="7711954" y="3390729"/>
                  <a:pt x="7808311" y="3364409"/>
                </a:cubicBezTo>
                <a:cubicBezTo>
                  <a:pt x="7912249" y="3336306"/>
                  <a:pt x="7951506" y="3388945"/>
                  <a:pt x="7925186" y="3491100"/>
                </a:cubicBezTo>
                <a:cubicBezTo>
                  <a:pt x="7908235" y="3556676"/>
                  <a:pt x="7926079" y="3577197"/>
                  <a:pt x="7997454" y="3569613"/>
                </a:cubicBezTo>
                <a:cubicBezTo>
                  <a:pt x="8076413" y="3561136"/>
                  <a:pt x="8151355" y="3518312"/>
                  <a:pt x="8249050" y="3538832"/>
                </a:cubicBezTo>
                <a:cubicBezTo>
                  <a:pt x="8170985" y="3658385"/>
                  <a:pt x="8004145" y="3624482"/>
                  <a:pt x="7913142" y="3738236"/>
                </a:cubicBezTo>
                <a:cubicBezTo>
                  <a:pt x="8021543" y="3738682"/>
                  <a:pt x="8104516" y="3738236"/>
                  <a:pt x="8184813" y="3713254"/>
                </a:cubicBezTo>
                <a:cubicBezTo>
                  <a:pt x="8218270" y="3702995"/>
                  <a:pt x="8254850" y="3692735"/>
                  <a:pt x="8273586" y="3727083"/>
                </a:cubicBezTo>
                <a:cubicBezTo>
                  <a:pt x="8295890" y="3768570"/>
                  <a:pt x="8250389" y="3784184"/>
                  <a:pt x="8223177" y="3791767"/>
                </a:cubicBezTo>
                <a:cubicBezTo>
                  <a:pt x="8146449" y="3812734"/>
                  <a:pt x="8087564" y="3862249"/>
                  <a:pt x="8023773" y="3901059"/>
                </a:cubicBezTo>
                <a:cubicBezTo>
                  <a:pt x="7884146" y="3986264"/>
                  <a:pt x="7730689" y="4057192"/>
                  <a:pt x="7612475" y="4197266"/>
                </a:cubicBezTo>
                <a:cubicBezTo>
                  <a:pt x="7761024" y="4161579"/>
                  <a:pt x="7872102" y="4078159"/>
                  <a:pt x="8010390" y="4061208"/>
                </a:cubicBezTo>
                <a:cubicBezTo>
                  <a:pt x="7890391" y="4189236"/>
                  <a:pt x="7736489" y="4272656"/>
                  <a:pt x="7590617" y="4365889"/>
                </a:cubicBezTo>
                <a:cubicBezTo>
                  <a:pt x="7549130" y="4392209"/>
                  <a:pt x="7506751" y="4410052"/>
                  <a:pt x="7497384" y="4467153"/>
                </a:cubicBezTo>
                <a:cubicBezTo>
                  <a:pt x="7479093" y="4577783"/>
                  <a:pt x="7425116" y="4669679"/>
                  <a:pt x="7308686" y="4718303"/>
                </a:cubicBezTo>
                <a:cubicBezTo>
                  <a:pt x="7307793" y="4718749"/>
                  <a:pt x="7314039" y="4735255"/>
                  <a:pt x="7318054" y="4746853"/>
                </a:cubicBezTo>
                <a:cubicBezTo>
                  <a:pt x="7388982" y="4750422"/>
                  <a:pt x="7444744" y="4684845"/>
                  <a:pt x="7535747" y="4706259"/>
                </a:cubicBezTo>
                <a:cubicBezTo>
                  <a:pt x="7449206" y="4795031"/>
                  <a:pt x="7376492" y="4874882"/>
                  <a:pt x="7253370" y="4917261"/>
                </a:cubicBezTo>
                <a:cubicBezTo>
                  <a:pt x="7154784" y="4951164"/>
                  <a:pt x="7033000" y="4970345"/>
                  <a:pt x="6961625" y="5079638"/>
                </a:cubicBezTo>
                <a:cubicBezTo>
                  <a:pt x="7044599" y="5101051"/>
                  <a:pt x="7106605" y="5074285"/>
                  <a:pt x="7168612" y="5055104"/>
                </a:cubicBezTo>
                <a:cubicBezTo>
                  <a:pt x="7264077" y="5025661"/>
                  <a:pt x="7357756" y="4992204"/>
                  <a:pt x="7453220" y="4962316"/>
                </a:cubicBezTo>
                <a:cubicBezTo>
                  <a:pt x="7489353" y="4951164"/>
                  <a:pt x="7529056" y="4942688"/>
                  <a:pt x="7552253" y="4997111"/>
                </a:cubicBezTo>
                <a:cubicBezTo>
                  <a:pt x="7431361" y="5008709"/>
                  <a:pt x="7358649" y="5081869"/>
                  <a:pt x="7282812" y="5150568"/>
                </a:cubicBezTo>
                <a:cubicBezTo>
                  <a:pt x="7239987" y="5189378"/>
                  <a:pt x="7205192" y="5241125"/>
                  <a:pt x="7128464" y="5221497"/>
                </a:cubicBezTo>
                <a:cubicBezTo>
                  <a:pt x="7087869" y="5211236"/>
                  <a:pt x="7061996" y="5240233"/>
                  <a:pt x="7066457" y="5275920"/>
                </a:cubicBezTo>
                <a:cubicBezTo>
                  <a:pt x="7081624" y="5401718"/>
                  <a:pt x="6987498" y="5445881"/>
                  <a:pt x="6889805" y="5469970"/>
                </a:cubicBezTo>
                <a:cubicBezTo>
                  <a:pt x="6705122" y="5515918"/>
                  <a:pt x="6551219" y="5623426"/>
                  <a:pt x="6371444" y="5682310"/>
                </a:cubicBezTo>
                <a:cubicBezTo>
                  <a:pt x="6196576" y="5739411"/>
                  <a:pt x="4884170" y="6004390"/>
                  <a:pt x="4551831" y="6030710"/>
                </a:cubicBezTo>
                <a:cubicBezTo>
                  <a:pt x="2518092" y="6191749"/>
                  <a:pt x="1055352" y="4921275"/>
                  <a:pt x="1048661" y="4903878"/>
                </a:cubicBezTo>
                <a:cubicBezTo>
                  <a:pt x="1017880" y="4822243"/>
                  <a:pt x="941599" y="4787001"/>
                  <a:pt x="872455" y="4743284"/>
                </a:cubicBezTo>
                <a:cubicBezTo>
                  <a:pt x="812231" y="4704920"/>
                  <a:pt x="747994" y="4664326"/>
                  <a:pt x="723013" y="4598750"/>
                </a:cubicBezTo>
                <a:cubicBezTo>
                  <a:pt x="690002" y="4511762"/>
                  <a:pt x="783682" y="4583137"/>
                  <a:pt x="801080" y="4549680"/>
                </a:cubicBezTo>
                <a:cubicBezTo>
                  <a:pt x="765392" y="4504624"/>
                  <a:pt x="710077" y="4463138"/>
                  <a:pt x="695355" y="4411837"/>
                </a:cubicBezTo>
                <a:cubicBezTo>
                  <a:pt x="642715" y="4226262"/>
                  <a:pt x="529409" y="4091096"/>
                  <a:pt x="359893" y="3986264"/>
                </a:cubicBezTo>
                <a:cubicBezTo>
                  <a:pt x="311269" y="3955930"/>
                  <a:pt x="279150" y="3901506"/>
                  <a:pt x="212682" y="3892584"/>
                </a:cubicBezTo>
                <a:cubicBezTo>
                  <a:pt x="65025" y="3873402"/>
                  <a:pt x="111866" y="3723515"/>
                  <a:pt x="33799" y="3657047"/>
                </a:cubicBezTo>
                <a:cubicBezTo>
                  <a:pt x="26438" y="3650802"/>
                  <a:pt x="19412" y="3568832"/>
                  <a:pt x="14561" y="3486305"/>
                </a:cubicBezTo>
                <a:lnTo>
                  <a:pt x="12840" y="3453616"/>
                </a:lnTo>
                <a:lnTo>
                  <a:pt x="21095" y="3453948"/>
                </a:lnTo>
                <a:lnTo>
                  <a:pt x="25905" y="3450639"/>
                </a:lnTo>
                <a:lnTo>
                  <a:pt x="27770" y="3466411"/>
                </a:lnTo>
                <a:cubicBezTo>
                  <a:pt x="33262" y="3508951"/>
                  <a:pt x="39263" y="3541509"/>
                  <a:pt x="44951" y="3533479"/>
                </a:cubicBezTo>
                <a:cubicBezTo>
                  <a:pt x="60119" y="3511621"/>
                  <a:pt x="83315" y="3492439"/>
                  <a:pt x="72163" y="3463889"/>
                </a:cubicBezTo>
                <a:cubicBezTo>
                  <a:pt x="67702" y="3451844"/>
                  <a:pt x="70824" y="3410804"/>
                  <a:pt x="36475" y="3443368"/>
                </a:cubicBezTo>
                <a:lnTo>
                  <a:pt x="25905" y="3450639"/>
                </a:lnTo>
                <a:lnTo>
                  <a:pt x="22479" y="3421677"/>
                </a:lnTo>
                <a:cubicBezTo>
                  <a:pt x="19106" y="3391148"/>
                  <a:pt x="16081" y="3360716"/>
                  <a:pt x="13648" y="3339450"/>
                </a:cubicBezTo>
                <a:lnTo>
                  <a:pt x="13062" y="3335036"/>
                </a:lnTo>
                <a:lnTo>
                  <a:pt x="21866" y="3298221"/>
                </a:lnTo>
                <a:cubicBezTo>
                  <a:pt x="52089" y="3197348"/>
                  <a:pt x="110303" y="3084040"/>
                  <a:pt x="175210" y="3078464"/>
                </a:cubicBezTo>
                <a:cubicBezTo>
                  <a:pt x="127925" y="2954896"/>
                  <a:pt x="127925" y="2954896"/>
                  <a:pt x="282273" y="2937945"/>
                </a:cubicBezTo>
                <a:cubicBezTo>
                  <a:pt x="222942" y="2859432"/>
                  <a:pt x="222942" y="2839357"/>
                  <a:pt x="294764" y="2812593"/>
                </a:cubicBezTo>
                <a:cubicBezTo>
                  <a:pt x="363908" y="2786719"/>
                  <a:pt x="440636" y="2778244"/>
                  <a:pt x="504427" y="2738541"/>
                </a:cubicBezTo>
                <a:cubicBezTo>
                  <a:pt x="445542" y="2638170"/>
                  <a:pt x="429038" y="2522185"/>
                  <a:pt x="307254" y="2473116"/>
                </a:cubicBezTo>
                <a:cubicBezTo>
                  <a:pt x="288072" y="2465532"/>
                  <a:pt x="275135" y="2435197"/>
                  <a:pt x="287626" y="2418246"/>
                </a:cubicBezTo>
                <a:cubicBezTo>
                  <a:pt x="331790" y="2355347"/>
                  <a:pt x="268444" y="2234901"/>
                  <a:pt x="405841" y="2221965"/>
                </a:cubicBezTo>
                <a:cubicBezTo>
                  <a:pt x="422793" y="2220181"/>
                  <a:pt x="438406" y="2207690"/>
                  <a:pt x="425023" y="2190292"/>
                </a:cubicBezTo>
                <a:cubicBezTo>
                  <a:pt x="379075" y="2130962"/>
                  <a:pt x="434837" y="2134976"/>
                  <a:pt x="468739" y="2127394"/>
                </a:cubicBezTo>
                <a:cubicBezTo>
                  <a:pt x="509781" y="2118471"/>
                  <a:pt x="556174" y="2144344"/>
                  <a:pt x="594091" y="2112226"/>
                </a:cubicBezTo>
                <a:cubicBezTo>
                  <a:pt x="585170" y="2078323"/>
                  <a:pt x="552160" y="2078769"/>
                  <a:pt x="528963" y="2068063"/>
                </a:cubicBezTo>
                <a:cubicBezTo>
                  <a:pt x="461157" y="2036390"/>
                  <a:pt x="405841" y="1998918"/>
                  <a:pt x="402718" y="1917729"/>
                </a:cubicBezTo>
                <a:cubicBezTo>
                  <a:pt x="400042" y="1852153"/>
                  <a:pt x="392904" y="1794162"/>
                  <a:pt x="486584" y="1774087"/>
                </a:cubicBezTo>
                <a:cubicBezTo>
                  <a:pt x="501304" y="1770965"/>
                  <a:pt x="508888" y="1762489"/>
                  <a:pt x="511565" y="1751337"/>
                </a:cubicBezTo>
                <a:cubicBezTo>
                  <a:pt x="500858" y="1740630"/>
                  <a:pt x="490599" y="1729477"/>
                  <a:pt x="478109" y="1721448"/>
                </a:cubicBezTo>
                <a:cubicBezTo>
                  <a:pt x="436175" y="1695129"/>
                  <a:pt x="421900" y="1656318"/>
                  <a:pt x="409410" y="1615724"/>
                </a:cubicBezTo>
                <a:cubicBezTo>
                  <a:pt x="401380" y="1589851"/>
                  <a:pt x="392012" y="1564424"/>
                  <a:pt x="373722" y="1542118"/>
                </a:cubicBezTo>
                <a:cubicBezTo>
                  <a:pt x="362569" y="1528290"/>
                  <a:pt x="348740" y="1518030"/>
                  <a:pt x="331343" y="1512231"/>
                </a:cubicBezTo>
                <a:cubicBezTo>
                  <a:pt x="316177" y="1506877"/>
                  <a:pt x="311715" y="1499739"/>
                  <a:pt x="321976" y="1486804"/>
                </a:cubicBezTo>
                <a:cubicBezTo>
                  <a:pt x="350972" y="1449777"/>
                  <a:pt x="362569" y="1409182"/>
                  <a:pt x="343388" y="1361897"/>
                </a:cubicBezTo>
                <a:cubicBezTo>
                  <a:pt x="337588" y="1347623"/>
                  <a:pt x="341602" y="1335131"/>
                  <a:pt x="355432" y="1329778"/>
                </a:cubicBezTo>
                <a:cubicBezTo>
                  <a:pt x="412979" y="1307028"/>
                  <a:pt x="427253" y="1254388"/>
                  <a:pt x="451789" y="1209779"/>
                </a:cubicBezTo>
                <a:cubicBezTo>
                  <a:pt x="486584" y="1146434"/>
                  <a:pt x="518256" y="1081751"/>
                  <a:pt x="542344" y="1013052"/>
                </a:cubicBezTo>
                <a:cubicBezTo>
                  <a:pt x="556620" y="972012"/>
                  <a:pt x="570449" y="931417"/>
                  <a:pt x="560635" y="885915"/>
                </a:cubicBezTo>
                <a:cubicBezTo>
                  <a:pt x="558405" y="874764"/>
                  <a:pt x="562419" y="865395"/>
                  <a:pt x="568219" y="856919"/>
                </a:cubicBezTo>
                <a:cubicBezTo>
                  <a:pt x="592754" y="819893"/>
                  <a:pt x="589631" y="780638"/>
                  <a:pt x="570895" y="740043"/>
                </a:cubicBezTo>
                <a:cubicBezTo>
                  <a:pt x="559296" y="715508"/>
                  <a:pt x="560635" y="712385"/>
                  <a:pt x="590077" y="713277"/>
                </a:cubicBezTo>
                <a:cubicBezTo>
                  <a:pt x="649853" y="714616"/>
                  <a:pt x="709184" y="716846"/>
                  <a:pt x="768069" y="709263"/>
                </a:cubicBezTo>
                <a:cubicBezTo>
                  <a:pt x="834090" y="700786"/>
                  <a:pt x="855503" y="681158"/>
                  <a:pt x="805540" y="624505"/>
                </a:cubicBezTo>
                <a:cubicBezTo>
                  <a:pt x="794833" y="612461"/>
                  <a:pt x="785466" y="599078"/>
                  <a:pt x="780559" y="583910"/>
                </a:cubicBezTo>
                <a:cubicBezTo>
                  <a:pt x="776990" y="571866"/>
                  <a:pt x="780113" y="563390"/>
                  <a:pt x="790819" y="557591"/>
                </a:cubicBezTo>
                <a:cubicBezTo>
                  <a:pt x="803310" y="550454"/>
                  <a:pt x="810001" y="560268"/>
                  <a:pt x="817139" y="567404"/>
                </a:cubicBezTo>
                <a:cubicBezTo>
                  <a:pt x="855949" y="605769"/>
                  <a:pt x="904572" y="632089"/>
                  <a:pt x="950966" y="661085"/>
                </a:cubicBezTo>
                <a:cubicBezTo>
                  <a:pt x="1017435" y="703018"/>
                  <a:pt x="1087471" y="740043"/>
                  <a:pt x="1146802" y="790897"/>
                </a:cubicBezTo>
                <a:cubicBezTo>
                  <a:pt x="1161968" y="803835"/>
                  <a:pt x="1186503" y="794021"/>
                  <a:pt x="1188288" y="772161"/>
                </a:cubicBezTo>
                <a:cubicBezTo>
                  <a:pt x="1190072" y="750303"/>
                  <a:pt x="1202116" y="750303"/>
                  <a:pt x="1219960" y="755656"/>
                </a:cubicBezTo>
                <a:cubicBezTo>
                  <a:pt x="1241373" y="761901"/>
                  <a:pt x="1262786" y="768146"/>
                  <a:pt x="1283752" y="775284"/>
                </a:cubicBezTo>
                <a:cubicBezTo>
                  <a:pt x="1305611" y="782868"/>
                  <a:pt x="1315424" y="798927"/>
                  <a:pt x="1317655" y="819002"/>
                </a:cubicBezTo>
                <a:cubicBezTo>
                  <a:pt x="1318101" y="822794"/>
                  <a:pt x="1318213" y="827031"/>
                  <a:pt x="1317209" y="830488"/>
                </a:cubicBezTo>
                <a:lnTo>
                  <a:pt x="1312784" y="834706"/>
                </a:lnTo>
                <a:lnTo>
                  <a:pt x="1307604" y="836392"/>
                </a:lnTo>
                <a:cubicBezTo>
                  <a:pt x="1302209" y="838239"/>
                  <a:pt x="1301818" y="838741"/>
                  <a:pt x="1310071" y="837291"/>
                </a:cubicBezTo>
                <a:lnTo>
                  <a:pt x="1312784" y="834706"/>
                </a:lnTo>
                <a:lnTo>
                  <a:pt x="1335164" y="827421"/>
                </a:lnTo>
                <a:cubicBezTo>
                  <a:pt x="1358695" y="819559"/>
                  <a:pt x="1387691" y="808741"/>
                  <a:pt x="1393044" y="799820"/>
                </a:cubicBezTo>
                <a:cubicBezTo>
                  <a:pt x="1393490" y="798927"/>
                  <a:pt x="1657132" y="863165"/>
                  <a:pt x="1737429" y="903760"/>
                </a:cubicBezTo>
                <a:cubicBezTo>
                  <a:pt x="1787390" y="929187"/>
                  <a:pt x="2773257" y="1331562"/>
                  <a:pt x="4138303" y="1231638"/>
                </a:cubicBezTo>
                <a:cubicBezTo>
                  <a:pt x="4186481" y="1228070"/>
                  <a:pt x="4231982" y="1225838"/>
                  <a:pt x="4278375" y="1224055"/>
                </a:cubicBezTo>
                <a:cubicBezTo>
                  <a:pt x="4688781" y="1205764"/>
                  <a:pt x="5091603" y="1196842"/>
                  <a:pt x="5261564" y="1174984"/>
                </a:cubicBezTo>
                <a:cubicBezTo>
                  <a:pt x="5394500" y="1157586"/>
                  <a:pt x="6074346" y="1010376"/>
                  <a:pt x="6273750" y="885915"/>
                </a:cubicBezTo>
                <a:cubicBezTo>
                  <a:pt x="6477614" y="758332"/>
                  <a:pt x="6669881" y="617367"/>
                  <a:pt x="6861254" y="475956"/>
                </a:cubicBezTo>
                <a:cubicBezTo>
                  <a:pt x="6944228" y="414841"/>
                  <a:pt x="7032555" y="359079"/>
                  <a:pt x="7107498" y="289043"/>
                </a:cubicBezTo>
                <a:cubicBezTo>
                  <a:pt x="7182441" y="218560"/>
                  <a:pt x="7253816" y="145401"/>
                  <a:pt x="7335005" y="80271"/>
                </a:cubicBezTo>
                <a:cubicBezTo>
                  <a:pt x="7358202" y="61535"/>
                  <a:pt x="7381399" y="41461"/>
                  <a:pt x="7415302" y="38338"/>
                </a:cubicBezTo>
                <a:cubicBezTo>
                  <a:pt x="7422886" y="37446"/>
                  <a:pt x="7430915" y="37892"/>
                  <a:pt x="7438499" y="38784"/>
                </a:cubicBezTo>
                <a:cubicBezTo>
                  <a:pt x="7446974" y="39677"/>
                  <a:pt x="7453666" y="44137"/>
                  <a:pt x="7456789" y="51721"/>
                </a:cubicBezTo>
                <a:cubicBezTo>
                  <a:pt x="7459911" y="60197"/>
                  <a:pt x="7454558" y="65104"/>
                  <a:pt x="7448313" y="69564"/>
                </a:cubicBezTo>
                <a:cubicBezTo>
                  <a:pt x="7443852" y="72687"/>
                  <a:pt x="7439392" y="77595"/>
                  <a:pt x="7433593" y="78487"/>
                </a:cubicBezTo>
                <a:cubicBezTo>
                  <a:pt x="7396566" y="83840"/>
                  <a:pt x="7382737" y="111052"/>
                  <a:pt x="7365340" y="135140"/>
                </a:cubicBezTo>
                <a:cubicBezTo>
                  <a:pt x="7357756" y="145401"/>
                  <a:pt x="7349726" y="153430"/>
                  <a:pt x="7363555" y="168151"/>
                </a:cubicBezTo>
                <a:cubicBezTo>
                  <a:pt x="7375599" y="181088"/>
                  <a:pt x="7363109" y="187780"/>
                  <a:pt x="7350619" y="191349"/>
                </a:cubicBezTo>
                <a:cubicBezTo>
                  <a:pt x="7333222" y="196255"/>
                  <a:pt x="7312701" y="195364"/>
                  <a:pt x="7293073" y="211422"/>
                </a:cubicBezTo>
                <a:cubicBezTo>
                  <a:pt x="7366678" y="212761"/>
                  <a:pt x="7397905" y="170382"/>
                  <a:pt x="7431361" y="131125"/>
                </a:cubicBezTo>
                <a:cubicBezTo>
                  <a:pt x="7443852" y="116851"/>
                  <a:pt x="7452328" y="99899"/>
                  <a:pt x="7463034" y="83840"/>
                </a:cubicBezTo>
                <a:cubicBezTo>
                  <a:pt x="7476417" y="64212"/>
                  <a:pt x="7492030" y="63319"/>
                  <a:pt x="7511658" y="80717"/>
                </a:cubicBezTo>
                <a:cubicBezTo>
                  <a:pt x="7529056" y="96330"/>
                  <a:pt x="7537531" y="94993"/>
                  <a:pt x="7543330" y="73579"/>
                </a:cubicBezTo>
                <a:cubicBezTo>
                  <a:pt x="7552253" y="40122"/>
                  <a:pt x="7572773" y="16480"/>
                  <a:pt x="7607569" y="4435"/>
                </a:cubicBezTo>
                <a:cubicBezTo>
                  <a:pt x="7611361" y="3097"/>
                  <a:pt x="7615598" y="978"/>
                  <a:pt x="7619780" y="253"/>
                </a:cubicBezTo>
                <a:close/>
              </a:path>
            </a:pathLst>
          </a:custGeom>
        </p:spPr>
      </p:pic>
      <p:sp>
        <p:nvSpPr>
          <p:cNvPr id="8" name="Espace réservé de la date 5">
            <a:extLst>
              <a:ext uri="{FF2B5EF4-FFF2-40B4-BE49-F238E27FC236}">
                <a16:creationId xmlns:a16="http://schemas.microsoft.com/office/drawing/2014/main" id="{54E7F5C7-78E1-CE7C-C073-738A6B74BABA}"/>
              </a:ext>
            </a:extLst>
          </p:cNvPr>
          <p:cNvSpPr txBox="1">
            <a:spLocks/>
          </p:cNvSpPr>
          <p:nvPr userDrawn="1"/>
        </p:nvSpPr>
        <p:spPr>
          <a:xfrm>
            <a:off x="7572368" y="6865750"/>
            <a:ext cx="2243495" cy="550410"/>
          </a:xfrm>
          <a:prstGeom prst="rect">
            <a:avLst/>
          </a:prstGeom>
        </p:spPr>
        <p:txBody>
          <a:bodyPr vert="horz" lIns="85276" tIns="42638" rIns="85276" bIns="42638" rtlCol="0" anchor="ctr"/>
          <a:lstStyle>
            <a:defPPr>
              <a:defRPr lang="fr-FR"/>
            </a:defPPr>
            <a:lvl1pPr marL="0" algn="l" defTabSz="914400" rtl="0" eaLnBrk="1" latinLnBrk="0" hangingPunct="1">
              <a:defRPr sz="1052" kern="1200">
                <a:solidFill>
                  <a:schemeClr val="accent1">
                    <a:lumMod val="50000"/>
                  </a:schemeClr>
                </a:solidFill>
                <a:latin typeface="+mj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fr-FR" sz="981"/>
              <a:t>Bernard Conti</a:t>
            </a:r>
          </a:p>
          <a:p>
            <a:pPr algn="r"/>
            <a:fld id="{26D7002F-9882-C34E-958D-E8F6F673DA03}" type="datetime2">
              <a:rPr lang="fr-FR" sz="981" smtClean="0"/>
              <a:pPr algn="r"/>
              <a:t>lundi 9 février 2026</a:t>
            </a:fld>
            <a:endParaRPr lang="en-US" sz="98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0AF472A-B05D-C16C-CEA6-C6F993984CBC}"/>
              </a:ext>
            </a:extLst>
          </p:cNvPr>
          <p:cNvSpPr/>
          <p:nvPr userDrawn="1"/>
        </p:nvSpPr>
        <p:spPr>
          <a:xfrm>
            <a:off x="0" y="1"/>
            <a:ext cx="503599" cy="7559675"/>
          </a:xfrm>
          <a:prstGeom prst="rect">
            <a:avLst/>
          </a:prstGeom>
          <a:solidFill>
            <a:schemeClr val="tx2">
              <a:lumMod val="90000"/>
              <a:lumOff val="10000"/>
              <a:alpha val="26156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lvl="0" algn="ctr"/>
            <a:r>
              <a:rPr lang="fr-FR" sz="2984" b="1" dirty="0">
                <a:solidFill>
                  <a:schemeClr val="tx1"/>
                </a:solidFill>
              </a:rPr>
              <a:t>Merci …</a:t>
            </a:r>
          </a:p>
        </p:txBody>
      </p:sp>
    </p:spTree>
    <p:extLst>
      <p:ext uri="{BB962C8B-B14F-4D97-AF65-F5344CB8AC3E}">
        <p14:creationId xmlns:p14="http://schemas.microsoft.com/office/powerpoint/2010/main" val="6079755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e de tit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DBEBBC-4A4A-6BD8-F214-9F923BD9CF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98294" y="1648072"/>
            <a:ext cx="7494873" cy="4521373"/>
          </a:xfr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lnSpc>
                <a:spcPct val="150000"/>
              </a:lnSpc>
              <a:defRPr sz="2611" b="1">
                <a:solidFill>
                  <a:schemeClr val="tx1"/>
                </a:solidFill>
                <a:latin typeface="Aptos" panose="020B0004020202020204" pitchFamily="34" charset="0"/>
                <a:cs typeface="APPLE CHANCERY" panose="03020702040506060504" pitchFamily="66" charset="-79"/>
              </a:defRPr>
            </a:lvl1pPr>
          </a:lstStyle>
          <a:p>
            <a:r>
              <a:rPr lang="fr-FR" dirty="0"/>
              <a:t>Le titre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878804F-FCB3-4498-030C-BBA708DB2046}"/>
              </a:ext>
            </a:extLst>
          </p:cNvPr>
          <p:cNvSpPr/>
          <p:nvPr userDrawn="1"/>
        </p:nvSpPr>
        <p:spPr>
          <a:xfrm>
            <a:off x="6720288" y="6874525"/>
            <a:ext cx="3161841" cy="59491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1400" b="1" kern="1200" dirty="0">
                <a:solidFill>
                  <a:schemeClr val="tx1"/>
                </a:solidFill>
                <a:latin typeface="Top Secret" panose="02000500000000000000" pitchFamily="2" charset="77"/>
                <a:ea typeface="+mn-ea"/>
                <a:cs typeface="APPLE CHANCERY" panose="03020702040506060504" pitchFamily="66" charset="-79"/>
              </a:rPr>
              <a:t>les éditions du 57</a:t>
            </a:r>
          </a:p>
        </p:txBody>
      </p:sp>
    </p:spTree>
    <p:extLst>
      <p:ext uri="{BB962C8B-B14F-4D97-AF65-F5344CB8AC3E}">
        <p14:creationId xmlns:p14="http://schemas.microsoft.com/office/powerpoint/2010/main" val="3562645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294BE8C-7DB4-EFC0-329E-9497C7F55AFA}"/>
              </a:ext>
            </a:extLst>
          </p:cNvPr>
          <p:cNvSpPr/>
          <p:nvPr userDrawn="1"/>
        </p:nvSpPr>
        <p:spPr>
          <a:xfrm>
            <a:off x="0" y="1013554"/>
            <a:ext cx="9971088" cy="65461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79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0DBEBBC-4A4A-6BD8-F214-9F923BD9CF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"/>
            <a:ext cx="9024497" cy="506777"/>
          </a:xfrm>
        </p:spPr>
        <p:txBody>
          <a:bodyPr anchor="ctr">
            <a:normAutofit/>
          </a:bodyPr>
          <a:lstStyle>
            <a:lvl1pPr algn="ctr">
              <a:defRPr lang="fr-FR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Nom de la personne, détails</a:t>
            </a:r>
          </a:p>
        </p:txBody>
      </p:sp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5D93B69B-C28E-1151-1D98-3B808EAF4B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0" y="506777"/>
            <a:ext cx="9034771" cy="506777"/>
          </a:xfrm>
          <a:solidFill>
            <a:schemeClr val="bg1">
              <a:lumMod val="6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560"/>
              </a:spcBef>
              <a:spcAft>
                <a:spcPts val="560"/>
              </a:spcAft>
              <a:buFontTx/>
              <a:buNone/>
              <a:defRPr sz="2400" b="1">
                <a:solidFill>
                  <a:schemeClr val="bg1"/>
                </a:solidFill>
              </a:defRPr>
            </a:lvl1pPr>
            <a:lvl2pPr marL="503604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65" b="0">
                <a:solidFill>
                  <a:schemeClr val="tx1"/>
                </a:solidFill>
              </a:defRPr>
            </a:lvl2pPr>
            <a:lvl3pPr marL="722672" indent="-319789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  <a:defRPr sz="1865">
                <a:solidFill>
                  <a:schemeClr val="tx1"/>
                </a:solidFill>
              </a:defRPr>
            </a:lvl3pPr>
            <a:lvl4pPr marL="870232" indent="-235015" algn="l">
              <a:buFont typeface="Wingdings" pitchFamily="2" charset="2"/>
              <a:buChar char="Ø"/>
              <a:defRPr sz="1679">
                <a:solidFill>
                  <a:schemeClr val="tx1"/>
                </a:solidFill>
              </a:defRPr>
            </a:lvl4pPr>
            <a:lvl5pPr algn="ctr">
              <a:defRPr/>
            </a:lvl5pPr>
          </a:lstStyle>
          <a:p>
            <a:pPr lvl="0"/>
            <a:r>
              <a:rPr lang="fr-FR" dirty="0"/>
              <a:t>sujet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FF06130-1B6C-2A84-B7C0-70CF2B8CA20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5045" y="1"/>
            <a:ext cx="946592" cy="1015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9178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DBEBBC-4A4A-6BD8-F214-9F923BD9CF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"/>
            <a:ext cx="9971088" cy="561860"/>
          </a:xfrm>
        </p:spPr>
        <p:txBody>
          <a:bodyPr anchor="t">
            <a:normAutofit/>
          </a:bodyPr>
          <a:lstStyle>
            <a:lvl1pPr marL="67147" algn="ctr">
              <a:defRPr lang="fr-FR" sz="1800" b="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1417950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DBEBBC-4A4A-6BD8-F214-9F923BD9CF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36434" y="11017"/>
            <a:ext cx="7997256" cy="407623"/>
          </a:xfrm>
        </p:spPr>
        <p:txBody>
          <a:bodyPr anchor="ctr">
            <a:normAutofit/>
          </a:bodyPr>
          <a:lstStyle>
            <a:lvl1pPr algn="ctr">
              <a:defRPr lang="fr-FR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Nom de la personne, détails</a:t>
            </a:r>
          </a:p>
        </p:txBody>
      </p:sp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5D93B69B-C28E-1151-1D98-3B808EAF4B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20000" y="429658"/>
            <a:ext cx="6435888" cy="407623"/>
          </a:xfrm>
          <a:solidFill>
            <a:schemeClr val="bg1">
              <a:lumMod val="6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560"/>
              </a:spcBef>
              <a:spcAft>
                <a:spcPts val="560"/>
              </a:spcAft>
              <a:buFontTx/>
              <a:buNone/>
              <a:defRPr sz="2000" b="1">
                <a:solidFill>
                  <a:schemeClr val="bg1"/>
                </a:solidFill>
              </a:defRPr>
            </a:lvl1pPr>
            <a:lvl2pPr marL="503604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65" b="0">
                <a:solidFill>
                  <a:schemeClr val="tx1"/>
                </a:solidFill>
              </a:defRPr>
            </a:lvl2pPr>
            <a:lvl3pPr marL="722672" indent="-319789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  <a:defRPr sz="1865">
                <a:solidFill>
                  <a:schemeClr val="tx1"/>
                </a:solidFill>
              </a:defRPr>
            </a:lvl3pPr>
            <a:lvl4pPr marL="870232" indent="-235015" algn="l">
              <a:buFont typeface="Wingdings" pitchFamily="2" charset="2"/>
              <a:buChar char="Ø"/>
              <a:defRPr sz="1679">
                <a:solidFill>
                  <a:schemeClr val="tx1"/>
                </a:solidFill>
              </a:defRPr>
            </a:lvl4pPr>
            <a:lvl5pPr algn="ctr">
              <a:defRPr/>
            </a:lvl5pPr>
          </a:lstStyle>
          <a:p>
            <a:pPr lvl="0"/>
            <a:r>
              <a:rPr lang="fr-FR" dirty="0"/>
              <a:t>Sujet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51B4E1C-86C9-F7C5-B057-2D54521CEE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520000" y="859316"/>
            <a:ext cx="7451087" cy="6700360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anchor="ctr">
            <a:normAutofit/>
          </a:bodyPr>
          <a:lstStyle>
            <a:lvl1pPr marL="454083" indent="-319789" algn="l">
              <a:lnSpc>
                <a:spcPct val="100000"/>
              </a:lnSpc>
              <a:spcBef>
                <a:spcPts val="1160"/>
              </a:spcBef>
              <a:spcAft>
                <a:spcPts val="560"/>
              </a:spcAft>
              <a:buFont typeface="Wingdings" pitchFamily="2" charset="2"/>
              <a:buChar char="v"/>
              <a:defRPr sz="1800" b="1">
                <a:solidFill>
                  <a:schemeClr val="tx1"/>
                </a:solidFill>
              </a:defRPr>
            </a:lvl1pPr>
            <a:lvl2pPr marL="823393" indent="-319789" algn="l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 sz="1600" b="0">
                <a:solidFill>
                  <a:schemeClr val="tx1"/>
                </a:solidFill>
              </a:defRPr>
            </a:lvl2pPr>
            <a:lvl3pPr marL="722672" indent="-319789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  <a:defRPr sz="1865">
                <a:solidFill>
                  <a:schemeClr val="tx1"/>
                </a:solidFill>
              </a:defRPr>
            </a:lvl3pPr>
            <a:lvl4pPr marL="870232" indent="-235015" algn="l">
              <a:buFont typeface="Wingdings" pitchFamily="2" charset="2"/>
              <a:buChar char="Ø"/>
              <a:defRPr sz="1679">
                <a:solidFill>
                  <a:schemeClr val="tx1"/>
                </a:solidFill>
              </a:defRPr>
            </a:lvl4pPr>
            <a:lvl5pPr algn="ctr">
              <a:defRPr/>
            </a:lvl5pPr>
          </a:lstStyle>
          <a:p>
            <a:pPr lvl="0"/>
            <a:r>
              <a:rPr lang="fr-FR" dirty="0"/>
              <a:t>Niveau 0	</a:t>
            </a:r>
          </a:p>
          <a:p>
            <a:pPr lvl="1"/>
            <a:r>
              <a:rPr lang="fr-FR" dirty="0"/>
              <a:t>Niveau 1</a:t>
            </a:r>
          </a:p>
          <a:p>
            <a:pPr lvl="0"/>
            <a:r>
              <a:rPr lang="fr-FR" dirty="0"/>
              <a:t>Niveau 0</a:t>
            </a:r>
          </a:p>
          <a:p>
            <a:pPr lvl="1"/>
            <a:r>
              <a:rPr lang="fr-FR" dirty="0"/>
              <a:t>Niveau 1</a:t>
            </a:r>
          </a:p>
          <a:p>
            <a:pPr lvl="1"/>
            <a:endParaRPr lang="fr-FR" dirty="0"/>
          </a:p>
          <a:p>
            <a:pPr lvl="1"/>
            <a:endParaRPr lang="fr-FR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5376CF26-36CD-8066-5643-CDDD29D77B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92579" y="0"/>
            <a:ext cx="801390" cy="8593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83E6F3E-C5EF-EB45-5D49-2AB9A694FBF4}"/>
              </a:ext>
            </a:extLst>
          </p:cNvPr>
          <p:cNvSpPr/>
          <p:nvPr userDrawn="1"/>
        </p:nvSpPr>
        <p:spPr>
          <a:xfrm>
            <a:off x="0" y="0"/>
            <a:ext cx="2520000" cy="7559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79" dirty="0"/>
          </a:p>
        </p:txBody>
      </p:sp>
    </p:spTree>
    <p:extLst>
      <p:ext uri="{BB962C8B-B14F-4D97-AF65-F5344CB8AC3E}">
        <p14:creationId xmlns:p14="http://schemas.microsoft.com/office/powerpoint/2010/main" val="1322339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position personnalisé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0">
            <a:extLst>
              <a:ext uri="{FF2B5EF4-FFF2-40B4-BE49-F238E27FC236}">
                <a16:creationId xmlns:a16="http://schemas.microsoft.com/office/drawing/2014/main" id="{754EC313-3948-F281-597E-24720210ED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20000" y="0"/>
            <a:ext cx="7451088" cy="7559676"/>
          </a:xfrm>
          <a:solidFill>
            <a:schemeClr val="bg1">
              <a:lumMod val="95000"/>
            </a:schemeClr>
          </a:solidFill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u="none">
                <a:latin typeface="+mj-lt"/>
              </a:defRPr>
            </a:lvl1pPr>
            <a:lvl2pPr marL="67147" indent="0">
              <a:spcBef>
                <a:spcPts val="0"/>
              </a:spcBef>
              <a:buFontTx/>
              <a:buNone/>
              <a:defRPr sz="1119" u="none">
                <a:latin typeface="+mn-lt"/>
              </a:defRPr>
            </a:lvl2pPr>
            <a:lvl3pPr marL="134294" indent="0">
              <a:spcBef>
                <a:spcPts val="0"/>
              </a:spcBef>
              <a:buFontTx/>
              <a:buNone/>
              <a:defRPr sz="1119" u="none">
                <a:latin typeface="+mn-lt"/>
              </a:defRPr>
            </a:lvl3pPr>
            <a:lvl4pPr marL="201442" indent="0">
              <a:spcBef>
                <a:spcPts val="0"/>
              </a:spcBef>
              <a:buFontTx/>
              <a:buNone/>
              <a:defRPr sz="1119" u="none">
                <a:latin typeface="+mn-lt"/>
              </a:defRPr>
            </a:lvl4pPr>
            <a:lvl5pPr marL="268589" indent="0">
              <a:spcBef>
                <a:spcPts val="0"/>
              </a:spcBef>
              <a:buFontTx/>
              <a:buNone/>
              <a:defRPr sz="1119" u="none">
                <a:latin typeface="+mn-lt"/>
              </a:defRPr>
            </a:lvl5pPr>
            <a:lvl6pPr marL="335736" indent="0">
              <a:buFontTx/>
              <a:buNone/>
              <a:defRPr sz="1119" u="none"/>
            </a:lvl6pPr>
          </a:lstStyle>
          <a:p>
            <a:pPr lvl="0"/>
            <a:r>
              <a:rPr lang="fr-FR" dirty="0"/>
              <a:t>AAAAAAAAAAAAAAAAAAAAAAAAAAAAAAAAAAAAAAAAAAAAAAAAAAAAAAAAAAAAAAAAAAAAAAAAAAAAAAAAA</a:t>
            </a:r>
          </a:p>
          <a:p>
            <a:pPr lvl="0"/>
            <a:r>
              <a:rPr lang="fr-FR" dirty="0"/>
              <a:t>2</a:t>
            </a:r>
          </a:p>
          <a:p>
            <a:pPr lvl="0"/>
            <a:r>
              <a:rPr lang="fr-FR" dirty="0"/>
              <a:t>3</a:t>
            </a:r>
          </a:p>
          <a:p>
            <a:pPr lvl="0"/>
            <a:r>
              <a:rPr lang="fr-FR" dirty="0"/>
              <a:t>4</a:t>
            </a:r>
          </a:p>
          <a:p>
            <a:pPr lvl="0"/>
            <a:r>
              <a:rPr lang="fr-FR" dirty="0"/>
              <a:t>5</a:t>
            </a:r>
          </a:p>
          <a:p>
            <a:pPr lvl="0"/>
            <a:r>
              <a:rPr lang="fr-FR" dirty="0"/>
              <a:t>6</a:t>
            </a:r>
          </a:p>
          <a:p>
            <a:pPr lvl="0"/>
            <a:r>
              <a:rPr lang="fr-FR" dirty="0"/>
              <a:t>7</a:t>
            </a:r>
          </a:p>
          <a:p>
            <a:pPr lvl="0"/>
            <a:r>
              <a:rPr lang="fr-FR" dirty="0"/>
              <a:t>8</a:t>
            </a:r>
          </a:p>
          <a:p>
            <a:pPr lvl="0"/>
            <a:r>
              <a:rPr lang="fr-FR" dirty="0"/>
              <a:t>9</a:t>
            </a:r>
          </a:p>
          <a:p>
            <a:pPr lvl="0"/>
            <a:r>
              <a:rPr lang="fr-FR" dirty="0"/>
              <a:t>10</a:t>
            </a:r>
          </a:p>
          <a:p>
            <a:pPr lvl="0"/>
            <a:r>
              <a:rPr lang="fr-FR" dirty="0"/>
              <a:t>1</a:t>
            </a:r>
          </a:p>
          <a:p>
            <a:pPr lvl="0"/>
            <a:r>
              <a:rPr lang="fr-FR" dirty="0"/>
              <a:t>2</a:t>
            </a:r>
          </a:p>
          <a:p>
            <a:pPr lvl="0"/>
            <a:r>
              <a:rPr lang="fr-FR" dirty="0"/>
              <a:t>3</a:t>
            </a:r>
          </a:p>
          <a:p>
            <a:pPr lvl="0"/>
            <a:r>
              <a:rPr lang="fr-FR" dirty="0"/>
              <a:t>4</a:t>
            </a:r>
          </a:p>
          <a:p>
            <a:pPr lvl="0"/>
            <a:r>
              <a:rPr lang="fr-FR" dirty="0"/>
              <a:t>5</a:t>
            </a:r>
          </a:p>
          <a:p>
            <a:pPr lvl="0"/>
            <a:r>
              <a:rPr lang="fr-FR" dirty="0"/>
              <a:t>6</a:t>
            </a:r>
          </a:p>
          <a:p>
            <a:pPr lvl="0"/>
            <a:r>
              <a:rPr lang="fr-FR" dirty="0"/>
              <a:t>7</a:t>
            </a:r>
          </a:p>
          <a:p>
            <a:pPr lvl="0"/>
            <a:r>
              <a:rPr lang="fr-FR" dirty="0"/>
              <a:t>8</a:t>
            </a:r>
          </a:p>
          <a:p>
            <a:pPr lvl="0"/>
            <a:r>
              <a:rPr lang="fr-FR" dirty="0"/>
              <a:t>9</a:t>
            </a:r>
          </a:p>
          <a:p>
            <a:pPr lvl="0"/>
            <a:r>
              <a:rPr lang="fr-FR" dirty="0"/>
              <a:t>10</a:t>
            </a:r>
          </a:p>
          <a:p>
            <a:pPr lvl="0"/>
            <a:r>
              <a:rPr lang="fr-FR" dirty="0"/>
              <a:t>1</a:t>
            </a:r>
          </a:p>
          <a:p>
            <a:pPr lvl="0"/>
            <a:r>
              <a:rPr lang="fr-FR" dirty="0"/>
              <a:t>2</a:t>
            </a:r>
          </a:p>
          <a:p>
            <a:pPr lvl="0"/>
            <a:r>
              <a:rPr lang="fr-FR" dirty="0"/>
              <a:t>3</a:t>
            </a:r>
          </a:p>
          <a:p>
            <a:pPr lvl="0"/>
            <a:r>
              <a:rPr lang="fr-FR" dirty="0"/>
              <a:t>4</a:t>
            </a:r>
          </a:p>
          <a:p>
            <a:pPr lvl="0"/>
            <a:r>
              <a:rPr lang="fr-FR" dirty="0"/>
              <a:t>5</a:t>
            </a:r>
          </a:p>
          <a:p>
            <a:pPr lvl="0"/>
            <a:r>
              <a:rPr lang="fr-FR" dirty="0"/>
              <a:t>6</a:t>
            </a:r>
          </a:p>
          <a:p>
            <a:pPr lvl="0"/>
            <a:r>
              <a:rPr lang="fr-FR" dirty="0"/>
              <a:t>7</a:t>
            </a:r>
          </a:p>
          <a:p>
            <a:pPr lvl="0"/>
            <a:r>
              <a:rPr lang="fr-FR" dirty="0"/>
              <a:t>8</a:t>
            </a:r>
          </a:p>
          <a:p>
            <a:pPr lvl="0"/>
            <a:r>
              <a:rPr lang="fr-FR" dirty="0"/>
              <a:t>9</a:t>
            </a:r>
          </a:p>
          <a:p>
            <a:pPr lvl="0"/>
            <a:r>
              <a:rPr lang="fr-FR" dirty="0"/>
              <a:t>10</a:t>
            </a:r>
          </a:p>
          <a:p>
            <a:pPr lvl="0"/>
            <a:r>
              <a:rPr lang="fr-FR" dirty="0"/>
              <a:t>1</a:t>
            </a:r>
          </a:p>
          <a:p>
            <a:pPr lvl="0"/>
            <a:r>
              <a:rPr lang="fr-FR" dirty="0"/>
              <a:t>2</a:t>
            </a:r>
          </a:p>
          <a:p>
            <a:pPr lvl="0"/>
            <a:r>
              <a:rPr lang="fr-FR" dirty="0"/>
              <a:t>3</a:t>
            </a:r>
          </a:p>
          <a:p>
            <a:pPr lvl="0"/>
            <a:r>
              <a:rPr lang="fr-FR" dirty="0"/>
              <a:t>4</a:t>
            </a:r>
          </a:p>
          <a:p>
            <a:pPr lvl="0"/>
            <a:r>
              <a:rPr lang="fr-FR" dirty="0"/>
              <a:t>5</a:t>
            </a:r>
          </a:p>
          <a:p>
            <a:pPr lvl="0"/>
            <a:r>
              <a:rPr lang="fr-FR" dirty="0"/>
              <a:t>6</a:t>
            </a:r>
          </a:p>
          <a:p>
            <a:pPr lvl="0"/>
            <a:r>
              <a:rPr lang="fr-FR" dirty="0"/>
              <a:t>7</a:t>
            </a:r>
          </a:p>
          <a:p>
            <a:pPr lvl="0"/>
            <a:r>
              <a:rPr lang="fr-FR" dirty="0"/>
              <a:t>8</a:t>
            </a:r>
          </a:p>
          <a:p>
            <a:pPr lvl="0"/>
            <a:r>
              <a:rPr lang="fr-FR" dirty="0"/>
              <a:t>9</a:t>
            </a:r>
          </a:p>
          <a:p>
            <a:pPr lvl="0"/>
            <a:r>
              <a:rPr lang="fr-FR" dirty="0"/>
              <a:t>10</a:t>
            </a:r>
          </a:p>
          <a:p>
            <a:pPr lvl="0"/>
            <a:r>
              <a:rPr lang="fr-FR" dirty="0"/>
              <a:t>1</a:t>
            </a:r>
          </a:p>
          <a:p>
            <a:pPr lvl="0"/>
            <a:r>
              <a:rPr lang="fr-FR" dirty="0"/>
              <a:t>2</a:t>
            </a:r>
          </a:p>
          <a:p>
            <a:pPr lvl="0"/>
            <a:r>
              <a:rPr lang="fr-FR" dirty="0"/>
              <a:t>3</a:t>
            </a:r>
          </a:p>
          <a:p>
            <a:pPr lvl="0"/>
            <a:r>
              <a:rPr lang="fr-FR" dirty="0"/>
              <a:t>4</a:t>
            </a:r>
          </a:p>
          <a:p>
            <a:pPr lvl="0"/>
            <a:r>
              <a:rPr lang="fr-FR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3165097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9DAF79B-AF4B-051E-C654-6738F048E6DA}"/>
              </a:ext>
            </a:extLst>
          </p:cNvPr>
          <p:cNvSpPr/>
          <p:nvPr userDrawn="1"/>
        </p:nvSpPr>
        <p:spPr>
          <a:xfrm>
            <a:off x="0" y="0"/>
            <a:ext cx="2520000" cy="7559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sz="1679" dirty="0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51B4E1C-86C9-F7C5-B057-2D54521CEEB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95200" y="1013554"/>
            <a:ext cx="8775888" cy="6546121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txBody>
          <a:bodyPr anchor="ctr">
            <a:normAutofit/>
          </a:bodyPr>
          <a:lstStyle>
            <a:lvl1pPr marL="0" indent="241200" algn="ctr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FontTx/>
              <a:buNone/>
              <a:defRPr sz="2000" b="1">
                <a:solidFill>
                  <a:schemeClr val="tx1"/>
                </a:solidFill>
              </a:defRPr>
            </a:lvl1pPr>
            <a:lvl2pPr marL="180000" indent="205200" algn="ctr">
              <a:lnSpc>
                <a:spcPct val="100000"/>
              </a:lnSpc>
              <a:spcBef>
                <a:spcPts val="0"/>
              </a:spcBef>
              <a:buFont typeface="Wingdings" pitchFamily="2" charset="2"/>
              <a:buChar char="v"/>
              <a:defRPr sz="1600" b="0">
                <a:solidFill>
                  <a:schemeClr val="tx1"/>
                </a:solidFill>
              </a:defRPr>
            </a:lvl2pPr>
            <a:lvl3pPr marL="722672" indent="-319789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  <a:defRPr sz="1865">
                <a:solidFill>
                  <a:schemeClr val="tx1"/>
                </a:solidFill>
              </a:defRPr>
            </a:lvl3pPr>
            <a:lvl4pPr marL="870232" indent="-235015" algn="l">
              <a:buFont typeface="Wingdings" pitchFamily="2" charset="2"/>
              <a:buChar char="Ø"/>
              <a:defRPr sz="1679">
                <a:solidFill>
                  <a:schemeClr val="tx1"/>
                </a:solidFill>
              </a:defRPr>
            </a:lvl4pPr>
            <a:lvl5pPr algn="ctr">
              <a:defRPr/>
            </a:lvl5pPr>
          </a:lstStyle>
          <a:p>
            <a:pPr lvl="0"/>
            <a:r>
              <a:rPr lang="fr-FR" dirty="0"/>
              <a:t>Niveau 0</a:t>
            </a:r>
          </a:p>
          <a:p>
            <a:pPr lvl="1"/>
            <a:r>
              <a:rPr lang="fr-FR" dirty="0"/>
              <a:t>Niveau 1</a:t>
            </a:r>
          </a:p>
        </p:txBody>
      </p:sp>
      <p:sp>
        <p:nvSpPr>
          <p:cNvPr id="4" name="Espace réservé du texte 4">
            <a:extLst>
              <a:ext uri="{FF2B5EF4-FFF2-40B4-BE49-F238E27FC236}">
                <a16:creationId xmlns:a16="http://schemas.microsoft.com/office/drawing/2014/main" id="{5D93B69B-C28E-1151-1D98-3B808EAF4B1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95200" y="506778"/>
            <a:ext cx="8775888" cy="506777"/>
          </a:xfrm>
          <a:solidFill>
            <a:schemeClr val="bg1">
              <a:lumMod val="65000"/>
            </a:schemeClr>
          </a:solidFill>
          <a:ln>
            <a:noFill/>
          </a:ln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560"/>
              </a:spcBef>
              <a:spcAft>
                <a:spcPts val="560"/>
              </a:spcAft>
              <a:buFontTx/>
              <a:buNone/>
              <a:defRPr sz="2400" b="1">
                <a:solidFill>
                  <a:schemeClr val="bg1"/>
                </a:solidFill>
              </a:defRPr>
            </a:lvl1pPr>
            <a:lvl2pPr marL="503604" indent="0" algn="ctr">
              <a:lnSpc>
                <a:spcPct val="100000"/>
              </a:lnSpc>
              <a:spcBef>
                <a:spcPts val="0"/>
              </a:spcBef>
              <a:buFontTx/>
              <a:buNone/>
              <a:defRPr sz="1865" b="0">
                <a:solidFill>
                  <a:schemeClr val="tx1"/>
                </a:solidFill>
              </a:defRPr>
            </a:lvl2pPr>
            <a:lvl3pPr marL="722672" indent="-319789" algn="l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  <a:defRPr sz="1865">
                <a:solidFill>
                  <a:schemeClr val="tx1"/>
                </a:solidFill>
              </a:defRPr>
            </a:lvl3pPr>
            <a:lvl4pPr marL="870232" indent="-235015" algn="l">
              <a:buFont typeface="Wingdings" pitchFamily="2" charset="2"/>
              <a:buChar char="Ø"/>
              <a:defRPr sz="1679">
                <a:solidFill>
                  <a:schemeClr val="tx1"/>
                </a:solidFill>
              </a:defRPr>
            </a:lvl4pPr>
            <a:lvl5pPr algn="ctr">
              <a:defRPr/>
            </a:lvl5pPr>
          </a:lstStyle>
          <a:p>
            <a:pPr lvl="0"/>
            <a:r>
              <a:rPr lang="fr-FR" dirty="0"/>
              <a:t>Sujet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20DBEBBC-4A4A-6BD8-F214-9F923BD9CF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222872" y="1"/>
            <a:ext cx="8748215" cy="506777"/>
          </a:xfrm>
          <a:solidFill>
            <a:schemeClr val="bg1"/>
          </a:solidFill>
        </p:spPr>
        <p:txBody>
          <a:bodyPr anchor="ctr">
            <a:normAutofit/>
          </a:bodyPr>
          <a:lstStyle>
            <a:lvl1pPr algn="ctr">
              <a:defRPr lang="fr-FR" sz="24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FR" dirty="0"/>
              <a:t>Nom de la personne, détails</a:t>
            </a:r>
          </a:p>
        </p:txBody>
      </p:sp>
    </p:spTree>
    <p:extLst>
      <p:ext uri="{BB962C8B-B14F-4D97-AF65-F5344CB8AC3E}">
        <p14:creationId xmlns:p14="http://schemas.microsoft.com/office/powerpoint/2010/main" val="21320446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position personnalisée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ce réservé du texte 10">
            <a:extLst>
              <a:ext uri="{FF2B5EF4-FFF2-40B4-BE49-F238E27FC236}">
                <a16:creationId xmlns:a16="http://schemas.microsoft.com/office/drawing/2014/main" id="{754EC313-3948-F281-597E-24720210ED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20000" y="1051467"/>
            <a:ext cx="7451088" cy="6508208"/>
          </a:xfrm>
          <a:solidFill>
            <a:schemeClr val="bg1">
              <a:lumMod val="95000"/>
            </a:schemeClr>
          </a:solidFill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400" u="none">
                <a:latin typeface="+mj-lt"/>
              </a:defRPr>
            </a:lvl1pPr>
            <a:lvl2pPr marL="67147" indent="0">
              <a:spcBef>
                <a:spcPts val="0"/>
              </a:spcBef>
              <a:buFontTx/>
              <a:buNone/>
              <a:defRPr sz="1119" u="none">
                <a:latin typeface="+mn-lt"/>
              </a:defRPr>
            </a:lvl2pPr>
            <a:lvl3pPr marL="134294" indent="0">
              <a:spcBef>
                <a:spcPts val="0"/>
              </a:spcBef>
              <a:buFontTx/>
              <a:buNone/>
              <a:defRPr sz="1119" u="none">
                <a:latin typeface="+mn-lt"/>
              </a:defRPr>
            </a:lvl3pPr>
            <a:lvl4pPr marL="201442" indent="0">
              <a:spcBef>
                <a:spcPts val="0"/>
              </a:spcBef>
              <a:buFontTx/>
              <a:buNone/>
              <a:defRPr sz="1119" u="none">
                <a:latin typeface="+mn-lt"/>
              </a:defRPr>
            </a:lvl4pPr>
            <a:lvl5pPr marL="268589" indent="0">
              <a:spcBef>
                <a:spcPts val="0"/>
              </a:spcBef>
              <a:buFontTx/>
              <a:buNone/>
              <a:defRPr sz="1119" u="none">
                <a:latin typeface="+mn-lt"/>
              </a:defRPr>
            </a:lvl5pPr>
            <a:lvl6pPr marL="335736" indent="0">
              <a:buFontTx/>
              <a:buNone/>
              <a:defRPr sz="1119" u="none"/>
            </a:lvl6pPr>
          </a:lstStyle>
          <a:p>
            <a:pPr lvl="0"/>
            <a:r>
              <a:rPr lang="fr-FR" dirty="0"/>
              <a:t>AAAAAAAAAAAAAAAAAAAAAAAAAAAAAAAAAAAAAAAAAAAAAAAAAAAAAAAAAAAAAAAAAAAAAA</a:t>
            </a:r>
          </a:p>
          <a:p>
            <a:pPr lvl="0"/>
            <a:r>
              <a:rPr lang="fr-FR" dirty="0"/>
              <a:t>2</a:t>
            </a:r>
          </a:p>
          <a:p>
            <a:pPr lvl="0"/>
            <a:r>
              <a:rPr lang="fr-FR" dirty="0"/>
              <a:t>3</a:t>
            </a:r>
          </a:p>
          <a:p>
            <a:pPr lvl="0"/>
            <a:r>
              <a:rPr lang="fr-FR" dirty="0"/>
              <a:t>4</a:t>
            </a:r>
          </a:p>
          <a:p>
            <a:pPr lvl="0"/>
            <a:r>
              <a:rPr lang="fr-FR" dirty="0"/>
              <a:t>5</a:t>
            </a:r>
          </a:p>
          <a:p>
            <a:pPr lvl="0"/>
            <a:r>
              <a:rPr lang="fr-FR" dirty="0"/>
              <a:t>6</a:t>
            </a:r>
          </a:p>
          <a:p>
            <a:pPr lvl="0"/>
            <a:r>
              <a:rPr lang="fr-FR" dirty="0"/>
              <a:t>7</a:t>
            </a:r>
          </a:p>
          <a:p>
            <a:pPr lvl="0"/>
            <a:r>
              <a:rPr lang="fr-FR" dirty="0"/>
              <a:t>8</a:t>
            </a:r>
          </a:p>
          <a:p>
            <a:pPr lvl="0"/>
            <a:r>
              <a:rPr lang="fr-FR" dirty="0"/>
              <a:t>9</a:t>
            </a:r>
          </a:p>
          <a:p>
            <a:pPr lvl="0"/>
            <a:r>
              <a:rPr lang="fr-FR" dirty="0"/>
              <a:t>10</a:t>
            </a:r>
          </a:p>
          <a:p>
            <a:pPr lvl="0"/>
            <a:r>
              <a:rPr lang="fr-FR" dirty="0"/>
              <a:t>1</a:t>
            </a:r>
          </a:p>
          <a:p>
            <a:pPr lvl="0"/>
            <a:r>
              <a:rPr lang="fr-FR" dirty="0"/>
              <a:t>2</a:t>
            </a:r>
          </a:p>
          <a:p>
            <a:pPr lvl="0"/>
            <a:r>
              <a:rPr lang="fr-FR" dirty="0"/>
              <a:t>3</a:t>
            </a:r>
          </a:p>
          <a:p>
            <a:pPr lvl="0"/>
            <a:r>
              <a:rPr lang="fr-FR" dirty="0"/>
              <a:t>4</a:t>
            </a:r>
          </a:p>
          <a:p>
            <a:pPr lvl="0"/>
            <a:r>
              <a:rPr lang="fr-FR" dirty="0"/>
              <a:t>5</a:t>
            </a:r>
          </a:p>
          <a:p>
            <a:pPr lvl="0"/>
            <a:r>
              <a:rPr lang="fr-FR" dirty="0"/>
              <a:t>6</a:t>
            </a:r>
          </a:p>
          <a:p>
            <a:pPr lvl="0"/>
            <a:r>
              <a:rPr lang="fr-FR" dirty="0"/>
              <a:t>7</a:t>
            </a:r>
          </a:p>
          <a:p>
            <a:pPr lvl="0"/>
            <a:r>
              <a:rPr lang="fr-FR" dirty="0"/>
              <a:t>8</a:t>
            </a:r>
          </a:p>
          <a:p>
            <a:pPr lvl="0"/>
            <a:r>
              <a:rPr lang="fr-FR" dirty="0"/>
              <a:t>21</a:t>
            </a:r>
          </a:p>
          <a:p>
            <a:pPr lvl="0"/>
            <a:r>
              <a:rPr lang="fr-FR" dirty="0"/>
              <a:t>2</a:t>
            </a:r>
          </a:p>
          <a:p>
            <a:pPr lvl="0"/>
            <a:r>
              <a:rPr lang="fr-FR" dirty="0"/>
              <a:t>3</a:t>
            </a:r>
          </a:p>
          <a:p>
            <a:pPr lvl="0"/>
            <a:r>
              <a:rPr lang="fr-FR" dirty="0"/>
              <a:t>4</a:t>
            </a:r>
          </a:p>
          <a:p>
            <a:pPr lvl="0"/>
            <a:r>
              <a:rPr lang="fr-FR" dirty="0"/>
              <a:t>5</a:t>
            </a:r>
          </a:p>
          <a:p>
            <a:pPr lvl="0"/>
            <a:r>
              <a:rPr lang="fr-FR" dirty="0"/>
              <a:t>6</a:t>
            </a:r>
          </a:p>
          <a:p>
            <a:pPr lvl="0"/>
            <a:r>
              <a:rPr lang="fr-FR" dirty="0"/>
              <a:t>7</a:t>
            </a:r>
          </a:p>
          <a:p>
            <a:pPr lvl="0"/>
            <a:r>
              <a:rPr lang="fr-FR" dirty="0"/>
              <a:t>8</a:t>
            </a:r>
          </a:p>
          <a:p>
            <a:pPr lvl="0"/>
            <a:r>
              <a:rPr lang="fr-FR" dirty="0"/>
              <a:t>9</a:t>
            </a:r>
          </a:p>
          <a:p>
            <a:pPr lvl="0"/>
            <a:r>
              <a:rPr lang="fr-FR" dirty="0"/>
              <a:t>30</a:t>
            </a:r>
          </a:p>
          <a:p>
            <a:pPr lvl="0"/>
            <a:r>
              <a:rPr lang="fr-FR" dirty="0"/>
              <a:t>1</a:t>
            </a:r>
          </a:p>
          <a:p>
            <a:pPr lvl="0"/>
            <a:r>
              <a:rPr lang="fr-FR" dirty="0"/>
              <a:t>2</a:t>
            </a:r>
          </a:p>
          <a:p>
            <a:pPr lvl="0"/>
            <a:r>
              <a:rPr lang="fr-FR" dirty="0"/>
              <a:t>3</a:t>
            </a:r>
          </a:p>
          <a:p>
            <a:pPr lvl="0"/>
            <a:r>
              <a:rPr lang="fr-FR" dirty="0"/>
              <a:t>4</a:t>
            </a:r>
          </a:p>
          <a:p>
            <a:pPr lvl="0"/>
            <a:r>
              <a:rPr lang="fr-FR" dirty="0"/>
              <a:t>5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2C91B1EB-1524-2E36-C774-279985A593E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19999" y="11975"/>
            <a:ext cx="7451088" cy="331467"/>
          </a:xfrm>
          <a:solidFill>
            <a:schemeClr val="bg1">
              <a:lumMod val="50000"/>
            </a:schemeClr>
          </a:solidFill>
        </p:spPr>
        <p:txBody>
          <a:bodyPr anchor="ctr">
            <a:no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+mn-lt"/>
              </a:defRPr>
            </a:lvl1pPr>
            <a:lvl2pPr marL="373939" indent="0" algn="ctr">
              <a:buNone/>
              <a:defRPr sz="1636"/>
            </a:lvl2pPr>
            <a:lvl3pPr marL="747879" indent="0" algn="ctr">
              <a:buNone/>
              <a:defRPr sz="1473"/>
            </a:lvl3pPr>
            <a:lvl4pPr marL="1121818" indent="0" algn="ctr">
              <a:buNone/>
              <a:defRPr sz="1308"/>
            </a:lvl4pPr>
            <a:lvl5pPr marL="1495758" indent="0" algn="ctr">
              <a:buNone/>
              <a:defRPr sz="1308"/>
            </a:lvl5pPr>
            <a:lvl6pPr marL="1869697" indent="0" algn="ctr">
              <a:buNone/>
              <a:defRPr sz="1308"/>
            </a:lvl6pPr>
            <a:lvl7pPr marL="2243636" indent="0" algn="ctr">
              <a:buNone/>
              <a:defRPr sz="1308"/>
            </a:lvl7pPr>
            <a:lvl8pPr marL="2617576" indent="0" algn="ctr">
              <a:buNone/>
              <a:defRPr sz="1308"/>
            </a:lvl8pPr>
            <a:lvl9pPr marL="2991515" indent="0" algn="ctr">
              <a:buNone/>
              <a:defRPr sz="1308"/>
            </a:lvl9pPr>
          </a:lstStyle>
          <a:p>
            <a:r>
              <a:rPr lang="fr-FR" dirty="0"/>
              <a:t>Le titre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0853FE7-EA7B-5C61-E4FE-4FB3338F1DF1}"/>
              </a:ext>
            </a:extLst>
          </p:cNvPr>
          <p:cNvSpPr/>
          <p:nvPr userDrawn="1"/>
        </p:nvSpPr>
        <p:spPr>
          <a:xfrm>
            <a:off x="2628000" y="343442"/>
            <a:ext cx="7343087" cy="70802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114164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22922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DBEBBC-4A4A-6BD8-F214-9F923BD9CF0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 rot="16200000">
            <a:off x="-3599835" y="3599835"/>
            <a:ext cx="7559674" cy="360000"/>
          </a:xfrm>
          <a:solidFill>
            <a:srgbClr val="156082"/>
          </a:solidFill>
          <a:ln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fr-FR" sz="2200" b="1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ctr">
              <a:lnSpc>
                <a:spcPct val="100000"/>
              </a:lnSpc>
              <a:spcBef>
                <a:spcPts val="560"/>
              </a:spcBef>
              <a:spcAft>
                <a:spcPts val="560"/>
              </a:spcAft>
              <a:buFontTx/>
            </a:pPr>
            <a:r>
              <a:rPr lang="fr-FR" dirty="0"/>
              <a:t>Nom de la personne, détails</a:t>
            </a:r>
          </a:p>
        </p:txBody>
      </p:sp>
    </p:spTree>
    <p:extLst>
      <p:ext uri="{BB962C8B-B14F-4D97-AF65-F5344CB8AC3E}">
        <p14:creationId xmlns:p14="http://schemas.microsoft.com/office/powerpoint/2010/main" val="5672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197A67A-0481-DFF3-C591-ED4D43A3C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512" y="402483"/>
            <a:ext cx="8600064" cy="14611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dirty="0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CF61AD2-9A63-3045-2F3B-DCDCFDBF05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512" y="2012414"/>
            <a:ext cx="8600064" cy="47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B8488A1-8CE3-2D84-F0F9-58E5554CB1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5512" y="7006700"/>
            <a:ext cx="2243495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81">
                <a:solidFill>
                  <a:schemeClr val="tx1"/>
                </a:solidFill>
                <a:latin typeface="+mj-lt"/>
              </a:defRPr>
            </a:lvl1pPr>
          </a:lstStyle>
          <a:p>
            <a:fld id="{1E351CED-465B-40B5-ADCE-957C918F227B}" type="datetimeFigureOut">
              <a:rPr lang="en-US" smtClean="0"/>
              <a:pPr/>
              <a:t>2/9/26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C583213-9CD1-BD6E-6CF7-E2F52A9482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02923" y="7006700"/>
            <a:ext cx="3365242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81">
                <a:solidFill>
                  <a:schemeClr val="tx1"/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118D0F-2638-DF6C-669B-05CDF88B50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042081" y="7006700"/>
            <a:ext cx="2243495" cy="4024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81">
                <a:solidFill>
                  <a:schemeClr val="tx1"/>
                </a:solidFill>
                <a:latin typeface="+mj-lt"/>
              </a:defRPr>
            </a:lvl1pPr>
          </a:lstStyle>
          <a:p>
            <a:fld id="{5A33CB2A-1702-4C1D-9CC4-8D472D39F19E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2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9" r:id="rId2"/>
    <p:sldLayoutId id="2147483707" r:id="rId3"/>
    <p:sldLayoutId id="2147483725" r:id="rId4"/>
    <p:sldLayoutId id="2147483726" r:id="rId5"/>
    <p:sldLayoutId id="2147483738" r:id="rId6"/>
    <p:sldLayoutId id="2147483708" r:id="rId7"/>
    <p:sldLayoutId id="2147483735" r:id="rId8"/>
    <p:sldLayoutId id="2147483740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</p:sldLayoutIdLst>
  <p:txStyles>
    <p:titleStyle>
      <a:lvl1pPr algn="l" defTabSz="747879" rtl="0" eaLnBrk="1" latinLnBrk="0" hangingPunct="1">
        <a:lnSpc>
          <a:spcPct val="90000"/>
        </a:lnSpc>
        <a:spcBef>
          <a:spcPct val="0"/>
        </a:spcBef>
        <a:buNone/>
        <a:defRPr sz="35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6970" indent="-186970" algn="l" defTabSz="747879" rtl="0" eaLnBrk="1" latinLnBrk="0" hangingPunct="1">
        <a:lnSpc>
          <a:spcPct val="90000"/>
        </a:lnSpc>
        <a:spcBef>
          <a:spcPts val="818"/>
        </a:spcBef>
        <a:buFont typeface="Arial" panose="020B0604020202020204" pitchFamily="34" charset="0"/>
        <a:buChar char="•"/>
        <a:defRPr sz="2290" kern="1200">
          <a:solidFill>
            <a:schemeClr val="tx1"/>
          </a:solidFill>
          <a:latin typeface="+mn-lt"/>
          <a:ea typeface="+mn-ea"/>
          <a:cs typeface="+mn-cs"/>
        </a:defRPr>
      </a:lvl1pPr>
      <a:lvl2pPr marL="560909" indent="-186970" algn="l" defTabSz="747879" rtl="0" eaLnBrk="1" latinLnBrk="0" hangingPunct="1">
        <a:lnSpc>
          <a:spcPct val="90000"/>
        </a:lnSpc>
        <a:spcBef>
          <a:spcPts val="409"/>
        </a:spcBef>
        <a:buFont typeface="Arial" panose="020B0604020202020204" pitchFamily="34" charset="0"/>
        <a:buChar char="•"/>
        <a:defRPr sz="1963" kern="1200">
          <a:solidFill>
            <a:schemeClr val="tx1"/>
          </a:solidFill>
          <a:latin typeface="+mn-lt"/>
          <a:ea typeface="+mn-ea"/>
          <a:cs typeface="+mn-cs"/>
        </a:defRPr>
      </a:lvl2pPr>
      <a:lvl3pPr marL="934848" indent="-186970" algn="l" defTabSz="747879" rtl="0" eaLnBrk="1" latinLnBrk="0" hangingPunct="1">
        <a:lnSpc>
          <a:spcPct val="90000"/>
        </a:lnSpc>
        <a:spcBef>
          <a:spcPts val="409"/>
        </a:spcBef>
        <a:buFont typeface="Arial" panose="020B0604020202020204" pitchFamily="34" charset="0"/>
        <a:buChar char="•"/>
        <a:defRPr sz="1636" kern="1200">
          <a:solidFill>
            <a:schemeClr val="tx1"/>
          </a:solidFill>
          <a:latin typeface="+mn-lt"/>
          <a:ea typeface="+mn-ea"/>
          <a:cs typeface="+mn-cs"/>
        </a:defRPr>
      </a:lvl3pPr>
      <a:lvl4pPr marL="1308788" indent="-186970" algn="l" defTabSz="747879" rtl="0" eaLnBrk="1" latinLnBrk="0" hangingPunct="1">
        <a:lnSpc>
          <a:spcPct val="90000"/>
        </a:lnSpc>
        <a:spcBef>
          <a:spcPts val="409"/>
        </a:spcBef>
        <a:buFont typeface="Arial" panose="020B0604020202020204" pitchFamily="34" charset="0"/>
        <a:buChar char="•"/>
        <a:defRPr sz="1473" kern="1200">
          <a:solidFill>
            <a:schemeClr val="tx1"/>
          </a:solidFill>
          <a:latin typeface="+mn-lt"/>
          <a:ea typeface="+mn-ea"/>
          <a:cs typeface="+mn-cs"/>
        </a:defRPr>
      </a:lvl4pPr>
      <a:lvl5pPr marL="1682727" indent="-186970" algn="l" defTabSz="747879" rtl="0" eaLnBrk="1" latinLnBrk="0" hangingPunct="1">
        <a:lnSpc>
          <a:spcPct val="90000"/>
        </a:lnSpc>
        <a:spcBef>
          <a:spcPts val="409"/>
        </a:spcBef>
        <a:buFont typeface="Arial" panose="020B0604020202020204" pitchFamily="34" charset="0"/>
        <a:buChar char="•"/>
        <a:defRPr sz="1473" kern="1200">
          <a:solidFill>
            <a:schemeClr val="tx1"/>
          </a:solidFill>
          <a:latin typeface="+mn-lt"/>
          <a:ea typeface="+mn-ea"/>
          <a:cs typeface="+mn-cs"/>
        </a:defRPr>
      </a:lvl5pPr>
      <a:lvl6pPr marL="2056667" indent="-186970" algn="l" defTabSz="747879" rtl="0" eaLnBrk="1" latinLnBrk="0" hangingPunct="1">
        <a:lnSpc>
          <a:spcPct val="90000"/>
        </a:lnSpc>
        <a:spcBef>
          <a:spcPts val="409"/>
        </a:spcBef>
        <a:buFont typeface="Arial" panose="020B0604020202020204" pitchFamily="34" charset="0"/>
        <a:buChar char="•"/>
        <a:defRPr sz="1473" kern="1200">
          <a:solidFill>
            <a:schemeClr val="tx1"/>
          </a:solidFill>
          <a:latin typeface="+mn-lt"/>
          <a:ea typeface="+mn-ea"/>
          <a:cs typeface="+mn-cs"/>
        </a:defRPr>
      </a:lvl6pPr>
      <a:lvl7pPr marL="2430606" indent="-186970" algn="l" defTabSz="747879" rtl="0" eaLnBrk="1" latinLnBrk="0" hangingPunct="1">
        <a:lnSpc>
          <a:spcPct val="90000"/>
        </a:lnSpc>
        <a:spcBef>
          <a:spcPts val="409"/>
        </a:spcBef>
        <a:buFont typeface="Arial" panose="020B0604020202020204" pitchFamily="34" charset="0"/>
        <a:buChar char="•"/>
        <a:defRPr sz="1473" kern="1200">
          <a:solidFill>
            <a:schemeClr val="tx1"/>
          </a:solidFill>
          <a:latin typeface="+mn-lt"/>
          <a:ea typeface="+mn-ea"/>
          <a:cs typeface="+mn-cs"/>
        </a:defRPr>
      </a:lvl7pPr>
      <a:lvl8pPr marL="2804545" indent="-186970" algn="l" defTabSz="747879" rtl="0" eaLnBrk="1" latinLnBrk="0" hangingPunct="1">
        <a:lnSpc>
          <a:spcPct val="90000"/>
        </a:lnSpc>
        <a:spcBef>
          <a:spcPts val="409"/>
        </a:spcBef>
        <a:buFont typeface="Arial" panose="020B0604020202020204" pitchFamily="34" charset="0"/>
        <a:buChar char="•"/>
        <a:defRPr sz="1473" kern="1200">
          <a:solidFill>
            <a:schemeClr val="tx1"/>
          </a:solidFill>
          <a:latin typeface="+mn-lt"/>
          <a:ea typeface="+mn-ea"/>
          <a:cs typeface="+mn-cs"/>
        </a:defRPr>
      </a:lvl8pPr>
      <a:lvl9pPr marL="3178485" indent="-186970" algn="l" defTabSz="747879" rtl="0" eaLnBrk="1" latinLnBrk="0" hangingPunct="1">
        <a:lnSpc>
          <a:spcPct val="90000"/>
        </a:lnSpc>
        <a:spcBef>
          <a:spcPts val="409"/>
        </a:spcBef>
        <a:buFont typeface="Arial" panose="020B0604020202020204" pitchFamily="34" charset="0"/>
        <a:buChar char="•"/>
        <a:defRPr sz="147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747879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1pPr>
      <a:lvl2pPr marL="373939" algn="l" defTabSz="747879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2pPr>
      <a:lvl3pPr marL="747879" algn="l" defTabSz="747879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3pPr>
      <a:lvl4pPr marL="1121818" algn="l" defTabSz="747879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4pPr>
      <a:lvl5pPr marL="1495758" algn="l" defTabSz="747879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5pPr>
      <a:lvl6pPr marL="1869697" algn="l" defTabSz="747879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6pPr>
      <a:lvl7pPr marL="2243636" algn="l" defTabSz="747879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7pPr>
      <a:lvl8pPr marL="2617576" algn="l" defTabSz="747879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8pPr>
      <a:lvl9pPr marL="2991515" algn="l" defTabSz="747879" rtl="0" eaLnBrk="1" latinLnBrk="0" hangingPunct="1">
        <a:defRPr sz="147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586</TotalTime>
  <Words>0</Words>
  <Application>Microsoft Macintosh PowerPoint</Application>
  <PresentationFormat>Personnalisé</PresentationFormat>
  <Paragraphs>0</Paragraphs>
  <Slides>0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7" baseType="lpstr">
      <vt:lpstr>Aptos</vt:lpstr>
      <vt:lpstr>Aptos Display</vt:lpstr>
      <vt:lpstr>Arial</vt:lpstr>
      <vt:lpstr>Courier New</vt:lpstr>
      <vt:lpstr>Top Secret</vt:lpstr>
      <vt:lpstr>Wingdings</vt:lpstr>
      <vt:lpstr>Thème Office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Bernard CONTI</dc:creator>
  <cp:lastModifiedBy>Bernard CONTI</cp:lastModifiedBy>
  <cp:revision>280</cp:revision>
  <dcterms:created xsi:type="dcterms:W3CDTF">2024-06-08T08:19:05Z</dcterms:created>
  <dcterms:modified xsi:type="dcterms:W3CDTF">2026-02-09T15:59:37Z</dcterms:modified>
</cp:coreProperties>
</file>